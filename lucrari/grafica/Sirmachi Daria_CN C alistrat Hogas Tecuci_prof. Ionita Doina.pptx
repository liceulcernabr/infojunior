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Default Extension="wav" ContentType="audio/wav"/>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ustom.xml" ContentType="application/vnd.openxmlformats-officedocument.custom-propertie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8"/>
  </p:notesMasterIdLst>
  <p:sldIdLst>
    <p:sldId id="407" r:id="rId2"/>
    <p:sldId id="408" r:id="rId3"/>
    <p:sldId id="400" r:id="rId4"/>
    <p:sldId id="399" r:id="rId5"/>
    <p:sldId id="345" r:id="rId6"/>
    <p:sldId id="346" r:id="rId7"/>
    <p:sldId id="396" r:id="rId8"/>
    <p:sldId id="406" r:id="rId9"/>
    <p:sldId id="402" r:id="rId10"/>
    <p:sldId id="348" r:id="rId11"/>
    <p:sldId id="404" r:id="rId12"/>
    <p:sldId id="394" r:id="rId13"/>
    <p:sldId id="296" r:id="rId14"/>
    <p:sldId id="349" r:id="rId15"/>
    <p:sldId id="397" r:id="rId16"/>
    <p:sldId id="409" r:id="rId17"/>
  </p:sldIdLst>
  <p:sldSz cx="9144000" cy="6858000" type="screen4x3"/>
  <p:notesSz cx="6858000" cy="914400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6600"/>
    <a:srgbClr val="007434"/>
    <a:srgbClr val="0000CC"/>
    <a:srgbClr val="FF9966"/>
    <a:srgbClr val="FFCC99"/>
    <a:srgbClr val="6666FF"/>
    <a:srgbClr val="66CCFF"/>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8861" autoAdjust="0"/>
    <p:restoredTop sz="94037" autoAdjust="0"/>
  </p:normalViewPr>
  <p:slideViewPr>
    <p:cSldViewPr>
      <p:cViewPr varScale="1">
        <p:scale>
          <a:sx n="58" d="100"/>
          <a:sy n="58" d="100"/>
        </p:scale>
        <p:origin x="-1668" y="-96"/>
      </p:cViewPr>
      <p:guideLst>
        <p:guide orient="horz" pos="2160"/>
        <p:guide pos="2880"/>
      </p:guideLst>
    </p:cSldViewPr>
  </p:slideViewPr>
  <p:notesTextViewPr>
    <p:cViewPr>
      <p:scale>
        <a:sx n="100" d="100"/>
        <a:sy n="100" d="100"/>
      </p:scale>
      <p:origin x="0" y="0"/>
    </p:cViewPr>
  </p:notesTextViewPr>
  <p:sorterViewPr>
    <p:cViewPr>
      <p:scale>
        <a:sx n="25" d="100"/>
        <a:sy n="25" d="100"/>
      </p:scale>
      <p:origin x="0" y="0"/>
    </p:cViewPr>
  </p:sorter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758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Arial" charset="0"/>
              </a:defRPr>
            </a:lvl1pPr>
          </a:lstStyle>
          <a:p>
            <a:pPr>
              <a:defRPr/>
            </a:pPr>
            <a:endParaRPr lang="en-US"/>
          </a:p>
        </p:txBody>
      </p:sp>
      <p:sp>
        <p:nvSpPr>
          <p:cNvPr id="67587"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Arial" charset="0"/>
              </a:defRPr>
            </a:lvl1pPr>
          </a:lstStyle>
          <a:p>
            <a:pPr>
              <a:defRPr/>
            </a:pPr>
            <a:endParaRPr lang="en-US"/>
          </a:p>
        </p:txBody>
      </p:sp>
      <p:sp>
        <p:nvSpPr>
          <p:cNvPr id="1843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7589"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7590"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Arial" charset="0"/>
              </a:defRPr>
            </a:lvl1pPr>
          </a:lstStyle>
          <a:p>
            <a:pPr>
              <a:defRPr/>
            </a:pPr>
            <a:endParaRPr lang="en-US"/>
          </a:p>
        </p:txBody>
      </p:sp>
      <p:sp>
        <p:nvSpPr>
          <p:cNvPr id="67591"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Arial" charset="0"/>
              </a:defRPr>
            </a:lvl1pPr>
          </a:lstStyle>
          <a:p>
            <a:pPr>
              <a:defRPr/>
            </a:pPr>
            <a:fld id="{75C8CEB5-4916-4DD0-81A6-B2CE9495F7ED}"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4" name="Group 4"/>
          <p:cNvGrpSpPr>
            <a:grpSpLocks/>
          </p:cNvGrpSpPr>
          <p:nvPr/>
        </p:nvGrpSpPr>
        <p:grpSpPr bwMode="auto">
          <a:xfrm>
            <a:off x="177800" y="230188"/>
            <a:ext cx="203200" cy="6503987"/>
            <a:chOff x="112" y="145"/>
            <a:chExt cx="128" cy="4097"/>
          </a:xfrm>
        </p:grpSpPr>
        <p:sp>
          <p:nvSpPr>
            <p:cNvPr id="5" name="Rectangle 5"/>
            <p:cNvSpPr>
              <a:spLocks noChangeArrowheads="1"/>
            </p:cNvSpPr>
            <p:nvPr/>
          </p:nvSpPr>
          <p:spPr bwMode="auto">
            <a:xfrm flipH="1">
              <a:off x="192" y="162"/>
              <a:ext cx="48" cy="4080"/>
            </a:xfrm>
            <a:prstGeom prst="rect">
              <a:avLst/>
            </a:prstGeom>
            <a:gradFill rotWithShape="0">
              <a:gsLst>
                <a:gs pos="0">
                  <a:schemeClr val="bg1"/>
                </a:gs>
                <a:gs pos="100000">
                  <a:schemeClr val="folHlink"/>
                </a:gs>
              </a:gsLst>
              <a:lin ang="5400000" scaled="1"/>
            </a:gradFill>
            <a:ln w="9525">
              <a:noFill/>
              <a:miter lim="800000"/>
              <a:headEnd/>
              <a:tailEnd/>
            </a:ln>
            <a:effectLst/>
          </p:spPr>
          <p:txBody>
            <a:bodyPr wrap="none" anchor="ctr"/>
            <a:lstStyle/>
            <a:p>
              <a:pPr>
                <a:defRPr/>
              </a:pPr>
              <a:endParaRPr lang="en-US"/>
            </a:p>
          </p:txBody>
        </p:sp>
        <p:sp>
          <p:nvSpPr>
            <p:cNvPr id="6" name="Rectangle 6"/>
            <p:cNvSpPr>
              <a:spLocks noChangeArrowheads="1"/>
            </p:cNvSpPr>
            <p:nvPr/>
          </p:nvSpPr>
          <p:spPr bwMode="auto">
            <a:xfrm>
              <a:off x="112" y="145"/>
              <a:ext cx="48" cy="3941"/>
            </a:xfrm>
            <a:prstGeom prst="rect">
              <a:avLst/>
            </a:prstGeom>
            <a:gradFill rotWithShape="0">
              <a:gsLst>
                <a:gs pos="0">
                  <a:schemeClr val="bg1"/>
                </a:gs>
                <a:gs pos="100000">
                  <a:schemeClr val="hlink"/>
                </a:gs>
              </a:gsLst>
              <a:lin ang="5400000" scaled="1"/>
            </a:gradFill>
            <a:ln w="9525">
              <a:noFill/>
              <a:miter lim="800000"/>
              <a:headEnd/>
              <a:tailEnd/>
            </a:ln>
            <a:effectLst/>
          </p:spPr>
          <p:txBody>
            <a:bodyPr wrap="none" anchor="ctr"/>
            <a:lstStyle/>
            <a:p>
              <a:pPr algn="ctr">
                <a:defRPr/>
              </a:pPr>
              <a:endParaRPr lang="en-US"/>
            </a:p>
          </p:txBody>
        </p:sp>
      </p:grpSp>
      <p:grpSp>
        <p:nvGrpSpPr>
          <p:cNvPr id="7" name="Group 7"/>
          <p:cNvGrpSpPr>
            <a:grpSpLocks/>
          </p:cNvGrpSpPr>
          <p:nvPr/>
        </p:nvGrpSpPr>
        <p:grpSpPr bwMode="auto">
          <a:xfrm>
            <a:off x="8793163" y="220663"/>
            <a:ext cx="198437" cy="6408737"/>
            <a:chOff x="5539" y="139"/>
            <a:chExt cx="125" cy="4037"/>
          </a:xfrm>
        </p:grpSpPr>
        <p:sp>
          <p:nvSpPr>
            <p:cNvPr id="8" name="Rectangle 8"/>
            <p:cNvSpPr>
              <a:spLocks noChangeArrowheads="1"/>
            </p:cNvSpPr>
            <p:nvPr/>
          </p:nvSpPr>
          <p:spPr bwMode="auto">
            <a:xfrm rot="-10800000" flipH="1" flipV="1">
              <a:off x="5621" y="139"/>
              <a:ext cx="43" cy="3989"/>
            </a:xfrm>
            <a:prstGeom prst="rect">
              <a:avLst/>
            </a:prstGeom>
            <a:gradFill rotWithShape="0">
              <a:gsLst>
                <a:gs pos="0">
                  <a:schemeClr val="accent1"/>
                </a:gs>
                <a:gs pos="100000">
                  <a:schemeClr val="bg1"/>
                </a:gs>
              </a:gsLst>
              <a:lin ang="5400000" scaled="1"/>
            </a:gradFill>
            <a:ln w="9525">
              <a:noFill/>
              <a:miter lim="800000"/>
              <a:headEnd/>
              <a:tailEnd/>
            </a:ln>
            <a:effectLst/>
          </p:spPr>
          <p:txBody>
            <a:bodyPr wrap="none" anchor="ctr"/>
            <a:lstStyle/>
            <a:p>
              <a:pPr>
                <a:defRPr/>
              </a:pPr>
              <a:endParaRPr lang="en-US"/>
            </a:p>
          </p:txBody>
        </p:sp>
        <p:sp>
          <p:nvSpPr>
            <p:cNvPr id="9" name="Rectangle 9"/>
            <p:cNvSpPr>
              <a:spLocks noChangeArrowheads="1"/>
            </p:cNvSpPr>
            <p:nvPr/>
          </p:nvSpPr>
          <p:spPr bwMode="auto">
            <a:xfrm rot="10800000" flipV="1">
              <a:off x="5539" y="240"/>
              <a:ext cx="49" cy="3936"/>
            </a:xfrm>
            <a:prstGeom prst="rect">
              <a:avLst/>
            </a:prstGeom>
            <a:gradFill rotWithShape="0">
              <a:gsLst>
                <a:gs pos="0">
                  <a:schemeClr val="accent2"/>
                </a:gs>
                <a:gs pos="100000">
                  <a:schemeClr val="bg1"/>
                </a:gs>
              </a:gsLst>
              <a:lin ang="5400000" scaled="1"/>
            </a:gradFill>
            <a:ln w="9525">
              <a:noFill/>
              <a:miter lim="800000"/>
              <a:headEnd/>
              <a:tailEnd/>
            </a:ln>
            <a:effectLst/>
          </p:spPr>
          <p:txBody>
            <a:bodyPr wrap="none" anchor="ctr"/>
            <a:lstStyle/>
            <a:p>
              <a:pPr>
                <a:defRPr/>
              </a:pPr>
              <a:endParaRPr lang="en-US"/>
            </a:p>
          </p:txBody>
        </p:sp>
      </p:grpSp>
      <p:grpSp>
        <p:nvGrpSpPr>
          <p:cNvPr id="10" name="Group 10"/>
          <p:cNvGrpSpPr>
            <a:grpSpLocks/>
          </p:cNvGrpSpPr>
          <p:nvPr/>
        </p:nvGrpSpPr>
        <p:grpSpPr bwMode="auto">
          <a:xfrm>
            <a:off x="412750" y="6477000"/>
            <a:ext cx="8686800" cy="228600"/>
            <a:chOff x="260" y="4080"/>
            <a:chExt cx="5472" cy="144"/>
          </a:xfrm>
        </p:grpSpPr>
        <p:sp>
          <p:nvSpPr>
            <p:cNvPr id="11" name="Rectangle 11"/>
            <p:cNvSpPr>
              <a:spLocks noChangeArrowheads="1"/>
            </p:cNvSpPr>
            <p:nvPr/>
          </p:nvSpPr>
          <p:spPr bwMode="auto">
            <a:xfrm rot="5400000" flipV="1">
              <a:off x="2972" y="1368"/>
              <a:ext cx="48" cy="5472"/>
            </a:xfrm>
            <a:prstGeom prst="rect">
              <a:avLst/>
            </a:prstGeom>
            <a:gradFill rotWithShape="0">
              <a:gsLst>
                <a:gs pos="0">
                  <a:schemeClr val="bg1"/>
                </a:gs>
                <a:gs pos="100000">
                  <a:schemeClr val="accent1"/>
                </a:gs>
              </a:gsLst>
              <a:lin ang="0" scaled="1"/>
            </a:gradFill>
            <a:ln w="9525">
              <a:noFill/>
              <a:miter lim="800000"/>
              <a:headEnd/>
              <a:tailEnd/>
            </a:ln>
            <a:effectLst/>
          </p:spPr>
          <p:txBody>
            <a:bodyPr wrap="none" anchor="ctr"/>
            <a:lstStyle/>
            <a:p>
              <a:pPr>
                <a:defRPr/>
              </a:pPr>
              <a:endParaRPr lang="en-US"/>
            </a:p>
          </p:txBody>
        </p:sp>
        <p:sp>
          <p:nvSpPr>
            <p:cNvPr id="12" name="Rectangle 12"/>
            <p:cNvSpPr>
              <a:spLocks noChangeArrowheads="1"/>
            </p:cNvSpPr>
            <p:nvPr/>
          </p:nvSpPr>
          <p:spPr bwMode="auto">
            <a:xfrm rot="5400000" flipV="1">
              <a:off x="2914" y="1522"/>
              <a:ext cx="48" cy="5355"/>
            </a:xfrm>
            <a:prstGeom prst="rect">
              <a:avLst/>
            </a:prstGeom>
            <a:gradFill rotWithShape="0">
              <a:gsLst>
                <a:gs pos="0">
                  <a:schemeClr val="bg1"/>
                </a:gs>
                <a:gs pos="100000">
                  <a:schemeClr val="hlink"/>
                </a:gs>
              </a:gsLst>
              <a:lin ang="0" scaled="1"/>
            </a:gradFill>
            <a:ln w="9525">
              <a:noFill/>
              <a:miter lim="800000"/>
              <a:headEnd/>
              <a:tailEnd/>
            </a:ln>
            <a:effectLst/>
          </p:spPr>
          <p:txBody>
            <a:bodyPr wrap="none" anchor="ctr"/>
            <a:lstStyle/>
            <a:p>
              <a:pPr>
                <a:defRPr/>
              </a:pPr>
              <a:endParaRPr lang="en-US"/>
            </a:p>
          </p:txBody>
        </p:sp>
      </p:grpSp>
      <p:grpSp>
        <p:nvGrpSpPr>
          <p:cNvPr id="13" name="Group 13"/>
          <p:cNvGrpSpPr>
            <a:grpSpLocks/>
          </p:cNvGrpSpPr>
          <p:nvPr/>
        </p:nvGrpSpPr>
        <p:grpSpPr bwMode="auto">
          <a:xfrm>
            <a:off x="76200" y="176213"/>
            <a:ext cx="8745538" cy="161925"/>
            <a:chOff x="48" y="111"/>
            <a:chExt cx="5509" cy="102"/>
          </a:xfrm>
        </p:grpSpPr>
        <p:sp>
          <p:nvSpPr>
            <p:cNvPr id="14" name="Rectangle 14"/>
            <p:cNvSpPr>
              <a:spLocks noChangeArrowheads="1"/>
            </p:cNvSpPr>
            <p:nvPr/>
          </p:nvSpPr>
          <p:spPr bwMode="auto">
            <a:xfrm rot="5400000" flipV="1">
              <a:off x="2853" y="-2491"/>
              <a:ext cx="37" cy="5371"/>
            </a:xfrm>
            <a:prstGeom prst="rect">
              <a:avLst/>
            </a:prstGeom>
            <a:gradFill rotWithShape="0">
              <a:gsLst>
                <a:gs pos="0">
                  <a:schemeClr val="hlink"/>
                </a:gs>
                <a:gs pos="100000">
                  <a:schemeClr val="bg1"/>
                </a:gs>
              </a:gsLst>
              <a:lin ang="0" scaled="1"/>
            </a:gradFill>
            <a:ln w="9525">
              <a:noFill/>
              <a:miter lim="800000"/>
              <a:headEnd/>
              <a:tailEnd/>
            </a:ln>
            <a:effectLst/>
          </p:spPr>
          <p:txBody>
            <a:bodyPr wrap="none" anchor="ctr"/>
            <a:lstStyle/>
            <a:p>
              <a:pPr>
                <a:defRPr/>
              </a:pPr>
              <a:endParaRPr lang="en-US"/>
            </a:p>
          </p:txBody>
        </p:sp>
        <p:sp>
          <p:nvSpPr>
            <p:cNvPr id="15" name="Rectangle 15"/>
            <p:cNvSpPr>
              <a:spLocks noChangeArrowheads="1"/>
            </p:cNvSpPr>
            <p:nvPr/>
          </p:nvSpPr>
          <p:spPr bwMode="auto">
            <a:xfrm rot="5400000" flipV="1">
              <a:off x="2783" y="-2624"/>
              <a:ext cx="38" cy="5509"/>
            </a:xfrm>
            <a:prstGeom prst="rect">
              <a:avLst/>
            </a:prstGeom>
            <a:gradFill rotWithShape="0">
              <a:gsLst>
                <a:gs pos="0">
                  <a:schemeClr val="accent1"/>
                </a:gs>
                <a:gs pos="100000">
                  <a:schemeClr val="bg1"/>
                </a:gs>
              </a:gsLst>
              <a:lin ang="0" scaled="1"/>
            </a:gradFill>
            <a:ln w="9525">
              <a:noFill/>
              <a:miter lim="800000"/>
              <a:headEnd/>
              <a:tailEnd/>
            </a:ln>
            <a:effectLst/>
          </p:spPr>
          <p:txBody>
            <a:bodyPr wrap="none" anchor="ctr"/>
            <a:lstStyle/>
            <a:p>
              <a:pPr>
                <a:defRPr/>
              </a:pPr>
              <a:endParaRPr lang="en-US"/>
            </a:p>
          </p:txBody>
        </p:sp>
      </p:grpSp>
      <p:sp>
        <p:nvSpPr>
          <p:cNvPr id="8194" name="Rectangle 2"/>
          <p:cNvSpPr>
            <a:spLocks noGrp="1" noChangeArrowheads="1"/>
          </p:cNvSpPr>
          <p:nvPr>
            <p:ph type="ctrTitle"/>
          </p:nvPr>
        </p:nvSpPr>
        <p:spPr>
          <a:xfrm>
            <a:off x="685800" y="1219200"/>
            <a:ext cx="7772400" cy="1143000"/>
          </a:xfrm>
        </p:spPr>
        <p:txBody>
          <a:bodyPr anchorCtr="1"/>
          <a:lstStyle>
            <a:lvl1pPr>
              <a:defRPr sz="4000">
                <a:solidFill>
                  <a:schemeClr val="tx1"/>
                </a:solidFill>
              </a:defRPr>
            </a:lvl1pPr>
          </a:lstStyle>
          <a:p>
            <a:r>
              <a:rPr lang="en-US"/>
              <a:t>Click to edit Master title style</a:t>
            </a:r>
          </a:p>
        </p:txBody>
      </p:sp>
      <p:sp>
        <p:nvSpPr>
          <p:cNvPr id="8195" name="Rectangle 3"/>
          <p:cNvSpPr>
            <a:spLocks noGrp="1" noChangeArrowheads="1"/>
          </p:cNvSpPr>
          <p:nvPr>
            <p:ph type="subTitle" idx="1"/>
          </p:nvPr>
        </p:nvSpPr>
        <p:spPr>
          <a:xfrm>
            <a:off x="1371600" y="2667000"/>
            <a:ext cx="6400800" cy="1752600"/>
          </a:xfrm>
        </p:spPr>
        <p:txBody>
          <a:bodyPr/>
          <a:lstStyle>
            <a:lvl1pPr marL="0" indent="0" algn="ctr">
              <a:buFontTx/>
              <a:buNone/>
              <a:defRPr sz="2800"/>
            </a:lvl1pPr>
          </a:lstStyle>
          <a:p>
            <a:r>
              <a:rPr lang="en-US"/>
              <a:t>Click to edit Master subtitle style</a:t>
            </a:r>
          </a:p>
        </p:txBody>
      </p:sp>
      <p:sp>
        <p:nvSpPr>
          <p:cNvPr id="16" name="Rectangle 16"/>
          <p:cNvSpPr>
            <a:spLocks noGrp="1" noChangeArrowheads="1"/>
          </p:cNvSpPr>
          <p:nvPr>
            <p:ph type="dt" sz="half" idx="10"/>
          </p:nvPr>
        </p:nvSpPr>
        <p:spPr/>
        <p:txBody>
          <a:bodyPr/>
          <a:lstStyle>
            <a:lvl1pPr>
              <a:defRPr/>
            </a:lvl1pPr>
          </a:lstStyle>
          <a:p>
            <a:pPr>
              <a:defRPr/>
            </a:pPr>
            <a:fld id="{040E52AC-640B-44F9-91B2-83D5546DBF1E}" type="datetime1">
              <a:rPr lang="en-US"/>
              <a:pPr>
                <a:defRPr/>
              </a:pPr>
              <a:t>4/20/2026</a:t>
            </a:fld>
            <a:endParaRPr lang="en-US"/>
          </a:p>
        </p:txBody>
      </p:sp>
      <p:sp>
        <p:nvSpPr>
          <p:cNvPr id="17" name="Rectangle 17"/>
          <p:cNvSpPr>
            <a:spLocks noGrp="1" noChangeArrowheads="1"/>
          </p:cNvSpPr>
          <p:nvPr>
            <p:ph type="ftr" sz="quarter" idx="11"/>
          </p:nvPr>
        </p:nvSpPr>
        <p:spPr/>
        <p:txBody>
          <a:bodyPr/>
          <a:lstStyle>
            <a:lvl1pPr>
              <a:defRPr/>
            </a:lvl1pPr>
          </a:lstStyle>
          <a:p>
            <a:pPr>
              <a:defRPr/>
            </a:pPr>
            <a:endParaRPr lang="en-US"/>
          </a:p>
        </p:txBody>
      </p:sp>
      <p:sp>
        <p:nvSpPr>
          <p:cNvPr id="18" name="Rectangle 18"/>
          <p:cNvSpPr>
            <a:spLocks noGrp="1" noChangeArrowheads="1"/>
          </p:cNvSpPr>
          <p:nvPr>
            <p:ph type="sldNum" sz="quarter" idx="12"/>
          </p:nvPr>
        </p:nvSpPr>
        <p:spPr/>
        <p:txBody>
          <a:bodyPr/>
          <a:lstStyle>
            <a:lvl1pPr>
              <a:defRPr/>
            </a:lvl1pPr>
          </a:lstStyle>
          <a:p>
            <a:pPr>
              <a:defRPr/>
            </a:pPr>
            <a:fld id="{9ECBA186-60E2-4F6B-B727-5DBAC97BBDE3}" type="slidenum">
              <a:rPr lang="en-US"/>
              <a:pPr>
                <a:defRPr/>
              </a:pPr>
              <a:t>‹#›</a:t>
            </a:fld>
            <a:endParaRPr lang="en-US"/>
          </a:p>
        </p:txBody>
      </p:sp>
    </p:spTree>
  </p:cSld>
  <p:clrMapOvr>
    <a:masterClrMapping/>
  </p:clrMapOvr>
  <p:transition spd="slow" advTm="6000">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stCondLst>
                                            <p:cond delay="0"/>
                                          </p:stCondLst>
                                        </p:cTn>
                                        <p:tgtEl>
                                          <p:spTgt spid="4"/>
                                        </p:tgtEl>
                                        <p:attrNameLst>
                                          <p:attrName>ppt_x</p:attrName>
                                        </p:attrNameLst>
                                      </p:cBhvr>
                                      <p:tavLst>
                                        <p:tav tm="0">
                                          <p:val>
                                            <p:strVal val="#ppt_x"/>
                                          </p:val>
                                        </p:tav>
                                        <p:tav tm="100000">
                                          <p:val>
                                            <p:strVal val="#ppt_x"/>
                                          </p:val>
                                        </p:tav>
                                      </p:tavLst>
                                    </p:anim>
                                    <p:anim calcmode="lin" valueType="num">
                                      <p:cBhvr additive="base">
                                        <p:cTn id="8" dur="500" fill="hold">
                                          <p:stCondLst>
                                            <p:cond delay="0"/>
                                          </p:stCondLst>
                                        </p:cTn>
                                        <p:tgtEl>
                                          <p:spTgt spid="4"/>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8" fill="hold" nodeType="afterEffect">
                                  <p:stCondLst>
                                    <p:cond delay="0"/>
                                  </p:stCondLst>
                                  <p:childTnLst>
                                    <p:set>
                                      <p:cBhvr>
                                        <p:cTn id="11" dur="1" fill="hold">
                                          <p:stCondLst>
                                            <p:cond delay="0"/>
                                          </p:stCondLst>
                                        </p:cTn>
                                        <p:tgtEl>
                                          <p:spTgt spid="10"/>
                                        </p:tgtEl>
                                        <p:attrNameLst>
                                          <p:attrName>style.visibility</p:attrName>
                                        </p:attrNameLst>
                                      </p:cBhvr>
                                      <p:to>
                                        <p:strVal val="visible"/>
                                      </p:to>
                                    </p:set>
                                    <p:anim calcmode="lin" valueType="num">
                                      <p:cBhvr additive="base">
                                        <p:cTn id="12" dur="500" fill="hold">
                                          <p:stCondLst>
                                            <p:cond delay="0"/>
                                          </p:stCondLst>
                                        </p:cTn>
                                        <p:tgtEl>
                                          <p:spTgt spid="10"/>
                                        </p:tgtEl>
                                        <p:attrNameLst>
                                          <p:attrName>ppt_x</p:attrName>
                                        </p:attrNameLst>
                                      </p:cBhvr>
                                      <p:tavLst>
                                        <p:tav tm="0">
                                          <p:val>
                                            <p:strVal val="0-#ppt_w/2"/>
                                          </p:val>
                                        </p:tav>
                                        <p:tav tm="100000">
                                          <p:val>
                                            <p:strVal val="#ppt_x"/>
                                          </p:val>
                                        </p:tav>
                                      </p:tavLst>
                                    </p:anim>
                                    <p:anim calcmode="lin" valueType="num">
                                      <p:cBhvr additive="base">
                                        <p:cTn id="13" dur="500" fill="hold">
                                          <p:stCondLst>
                                            <p:cond delay="0"/>
                                          </p:stCondLst>
                                        </p:cTn>
                                        <p:tgtEl>
                                          <p:spTgt spid="10"/>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4" fill="hold"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stCondLst>
                                            <p:cond delay="0"/>
                                          </p:stCondLst>
                                        </p:cTn>
                                        <p:tgtEl>
                                          <p:spTgt spid="7"/>
                                        </p:tgtEl>
                                        <p:attrNameLst>
                                          <p:attrName>ppt_x</p:attrName>
                                        </p:attrNameLst>
                                      </p:cBhvr>
                                      <p:tavLst>
                                        <p:tav tm="0">
                                          <p:val>
                                            <p:strVal val="#ppt_x"/>
                                          </p:val>
                                        </p:tav>
                                        <p:tav tm="100000">
                                          <p:val>
                                            <p:strVal val="#ppt_x"/>
                                          </p:val>
                                        </p:tav>
                                      </p:tavLst>
                                    </p:anim>
                                    <p:anim calcmode="lin" valueType="num">
                                      <p:cBhvr additive="base">
                                        <p:cTn id="18" dur="500" fill="hold">
                                          <p:stCondLst>
                                            <p:cond delay="0"/>
                                          </p:stCondLst>
                                        </p:cTn>
                                        <p:tgtEl>
                                          <p:spTgt spid="7"/>
                                        </p:tgtEl>
                                        <p:attrNameLst>
                                          <p:attrName>ppt_y</p:attrName>
                                        </p:attrNameLst>
                                      </p:cBhvr>
                                      <p:tavLst>
                                        <p:tav tm="0">
                                          <p:val>
                                            <p:strVal val="1+#ppt_h/2"/>
                                          </p:val>
                                        </p:tav>
                                        <p:tav tm="100000">
                                          <p:val>
                                            <p:strVal val="#ppt_y"/>
                                          </p:val>
                                        </p:tav>
                                      </p:tavLst>
                                    </p:anim>
                                  </p:childTnLst>
                                </p:cTn>
                              </p:par>
                            </p:childTnLst>
                          </p:cTn>
                        </p:par>
                        <p:par>
                          <p:cTn id="19" fill="hold">
                            <p:stCondLst>
                              <p:cond delay="1500"/>
                            </p:stCondLst>
                            <p:childTnLst>
                              <p:par>
                                <p:cTn id="20" presetID="2" presetClass="entr" presetSubtype="2" fill="hold" nodeType="after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additive="base">
                                        <p:cTn id="22" dur="500" fill="hold">
                                          <p:stCondLst>
                                            <p:cond delay="0"/>
                                          </p:stCondLst>
                                        </p:cTn>
                                        <p:tgtEl>
                                          <p:spTgt spid="13"/>
                                        </p:tgtEl>
                                        <p:attrNameLst>
                                          <p:attrName>ppt_x</p:attrName>
                                        </p:attrNameLst>
                                      </p:cBhvr>
                                      <p:tavLst>
                                        <p:tav tm="0">
                                          <p:val>
                                            <p:strVal val="1+#ppt_w/2"/>
                                          </p:val>
                                        </p:tav>
                                        <p:tav tm="100000">
                                          <p:val>
                                            <p:strVal val="#ppt_x"/>
                                          </p:val>
                                        </p:tav>
                                      </p:tavLst>
                                    </p:anim>
                                    <p:anim calcmode="lin" valueType="num">
                                      <p:cBhvr additive="base">
                                        <p:cTn id="23" dur="500" fill="hold">
                                          <p:stCondLst>
                                            <p:cond delay="0"/>
                                          </p:stCondLst>
                                        </p:cTn>
                                        <p:tgtEl>
                                          <p:spTgt spid="1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5B3763E7-EBA0-4C24-9C52-1C6139E0FC99}" type="datetime1">
              <a:rPr lang="en-US"/>
              <a:pPr>
                <a:defRPr/>
              </a:pPr>
              <a:t>4/20/2026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2BB3F888-615C-470F-B35A-15E103C2EFC7}" type="slidenum">
              <a:rPr lang="en-US"/>
              <a:pPr>
                <a:defRPr/>
              </a:pPr>
              <a:t>‹#›</a:t>
            </a:fld>
            <a:endParaRPr lang="en-US"/>
          </a:p>
        </p:txBody>
      </p:sp>
    </p:spTree>
  </p:cSld>
  <p:clrMapOvr>
    <a:masterClrMapping/>
  </p:clrMapOvr>
  <p:transition spd="slow" advTm="6000">
    <p:random/>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fld id="{5955BBA9-F1FC-48FA-8E8F-689B9E2379B6}" type="datetime1">
              <a:rPr lang="en-US"/>
              <a:pPr>
                <a:defRPr/>
              </a:pPr>
              <a:t>4/20/2026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11A1081C-6DAF-4861-87D5-19AAB05CCDCA}" type="slidenum">
              <a:rPr lang="en-US"/>
              <a:pPr>
                <a:defRPr/>
              </a:pPr>
              <a:t>‹#›</a:t>
            </a:fld>
            <a:endParaRPr lang="en-US"/>
          </a:p>
        </p:txBody>
      </p:sp>
    </p:spTree>
  </p:cSld>
  <p:clrMapOvr>
    <a:masterClrMapping/>
  </p:clrMapOvr>
  <p:transition spd="slow" advTm="6000">
    <p:random/>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85800" y="12954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295400"/>
            <a:ext cx="3810000" cy="4648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fld id="{9A620F0E-CBE6-49E8-8391-6F917239E041}" type="datetime1">
              <a:rPr lang="en-US"/>
              <a:pPr>
                <a:defRPr/>
              </a:pPr>
              <a:t>4/20/2026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17DDC1DF-F35F-488D-91A6-5346C94B7002}" type="slidenum">
              <a:rPr lang="en-US"/>
              <a:pPr>
                <a:defRPr/>
              </a:pPr>
              <a:t>‹#›</a:t>
            </a:fld>
            <a:endParaRPr lang="en-US"/>
          </a:p>
        </p:txBody>
      </p:sp>
    </p:spTree>
  </p:cSld>
  <p:clrMapOvr>
    <a:masterClrMapping/>
  </p:clrMapOvr>
  <p:transition spd="slow" advTm="6000">
    <p:random/>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fld id="{5C7E11A8-78B9-4619-AD62-65649EE59743}" type="datetime1">
              <a:rPr lang="en-US"/>
              <a:pPr>
                <a:defRPr/>
              </a:pPr>
              <a:t>4/20/2026</a:t>
            </a:fld>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98A3271D-58A1-4F93-AEA1-3FC14DD09711}" type="slidenum">
              <a:rPr lang="en-US"/>
              <a:pPr>
                <a:defRPr/>
              </a:pPr>
              <a:t>‹#›</a:t>
            </a:fld>
            <a:endParaRPr lang="en-US"/>
          </a:p>
        </p:txBody>
      </p:sp>
    </p:spTree>
  </p:cSld>
  <p:clrMapOvr>
    <a:masterClrMapping/>
  </p:clrMapOvr>
  <p:transition spd="slow" advTm="6000">
    <p:random/>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fld id="{8145448C-2BD2-4439-A302-1284546B4A0C}" type="datetime1">
              <a:rPr lang="en-US"/>
              <a:pPr>
                <a:defRPr/>
              </a:pPr>
              <a:t>4/20/2026</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F6B311F0-EAFD-4AB9-866F-DE1AC1345C1A}" type="slidenum">
              <a:rPr lang="en-US"/>
              <a:pPr>
                <a:defRPr/>
              </a:pPr>
              <a:t>‹#›</a:t>
            </a:fld>
            <a:endParaRPr lang="en-US"/>
          </a:p>
        </p:txBody>
      </p:sp>
    </p:spTree>
  </p:cSld>
  <p:clrMapOvr>
    <a:masterClrMapping/>
  </p:clrMapOvr>
  <p:transition spd="slow" advTm="6000">
    <p:rand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F305B16B-5CB6-4D22-AD88-45181CCD2D94}" type="datetime1">
              <a:rPr lang="en-US"/>
              <a:pPr>
                <a:defRPr/>
              </a:pPr>
              <a:t>4/20/2026</a:t>
            </a:fld>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CD189C9F-C01B-4973-9040-3BD349B305B0}" type="slidenum">
              <a:rPr lang="en-US"/>
              <a:pPr>
                <a:defRPr/>
              </a:pPr>
              <a:t>‹#›</a:t>
            </a:fld>
            <a:endParaRPr lang="en-US"/>
          </a:p>
        </p:txBody>
      </p:sp>
    </p:spTree>
  </p:cSld>
  <p:clrMapOvr>
    <a:masterClrMapping/>
  </p:clrMapOvr>
  <p:transition spd="slow" advTm="6000">
    <p:random/>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38D9BEB3-A571-438E-A84D-890412B06C68}" type="datetime1">
              <a:rPr lang="en-US"/>
              <a:pPr>
                <a:defRPr/>
              </a:pPr>
              <a:t>4/20/2026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B7C712C0-8F0F-4F6D-A83F-6698BEC9C0A4}" type="slidenum">
              <a:rPr lang="en-US"/>
              <a:pPr>
                <a:defRPr/>
              </a:pPr>
              <a:t>‹#›</a:t>
            </a:fld>
            <a:endParaRPr lang="en-US"/>
          </a:p>
        </p:txBody>
      </p:sp>
    </p:spTree>
  </p:cSld>
  <p:clrMapOvr>
    <a:masterClrMapping/>
  </p:clrMapOvr>
  <p:transition spd="slow" advTm="6000">
    <p:random/>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fld id="{CA22787E-1468-4D67-829F-A703563EA837}" type="datetime1">
              <a:rPr lang="en-US"/>
              <a:pPr>
                <a:defRPr/>
              </a:pPr>
              <a:t>4/20/2026</a:t>
            </a:fld>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685756CB-6B3D-45E4-9397-976E1313E400}" type="slidenum">
              <a:rPr lang="en-US"/>
              <a:pPr>
                <a:defRPr/>
              </a:pPr>
              <a:t>‹#›</a:t>
            </a:fld>
            <a:endParaRPr lang="en-US"/>
          </a:p>
        </p:txBody>
      </p:sp>
    </p:spTree>
  </p:cSld>
  <p:clrMapOvr>
    <a:masterClrMapping/>
  </p:clrMapOvr>
  <p:transition spd="slow" advTm="6000">
    <p:random/>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6F6B9329-5496-43D4-A278-FCD4DEB6C0B2}" type="datetime1">
              <a:rPr lang="en-US"/>
              <a:pPr>
                <a:defRPr/>
              </a:pPr>
              <a:t>4/20/2026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D54D634-42CC-4101-ABA6-1FE12B1B5B68}" type="slidenum">
              <a:rPr lang="en-US"/>
              <a:pPr>
                <a:defRPr/>
              </a:pPr>
              <a:t>‹#›</a:t>
            </a:fld>
            <a:endParaRPr lang="en-US"/>
          </a:p>
        </p:txBody>
      </p:sp>
    </p:spTree>
  </p:cSld>
  <p:clrMapOvr>
    <a:masterClrMapping/>
  </p:clrMapOvr>
  <p:transition spd="slow" advTm="6000">
    <p:random/>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38900" y="381000"/>
            <a:ext cx="2019300" cy="55626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381000" y="381000"/>
            <a:ext cx="5905500" cy="55626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fld id="{FEAB85A3-4CEB-4CCA-9180-AF3D296FA0E9}" type="datetime1">
              <a:rPr lang="en-US"/>
              <a:pPr>
                <a:defRPr/>
              </a:pPr>
              <a:t>4/20/2026</a:t>
            </a:fld>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3EEFC6E3-156A-4120-A0BE-D90CF13C3FC0}" type="slidenum">
              <a:rPr lang="en-US"/>
              <a:pPr>
                <a:defRPr/>
              </a:pPr>
              <a:t>‹#›</a:t>
            </a:fld>
            <a:endParaRPr lang="en-US"/>
          </a:p>
        </p:txBody>
      </p:sp>
    </p:spTree>
  </p:cSld>
  <p:clrMapOvr>
    <a:masterClrMapping/>
  </p:clrMapOvr>
  <p:transition spd="slow" advTm="6000">
    <p:random/>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381000" y="381000"/>
            <a:ext cx="8077200" cy="55626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Rectangle 4"/>
          <p:cNvSpPr>
            <a:spLocks noGrp="1" noChangeArrowheads="1"/>
          </p:cNvSpPr>
          <p:nvPr>
            <p:ph type="dt" sz="half" idx="10"/>
          </p:nvPr>
        </p:nvSpPr>
        <p:spPr>
          <a:ln/>
        </p:spPr>
        <p:txBody>
          <a:bodyPr/>
          <a:lstStyle>
            <a:lvl1pPr>
              <a:defRPr/>
            </a:lvl1pPr>
          </a:lstStyle>
          <a:p>
            <a:pPr>
              <a:defRPr/>
            </a:pPr>
            <a:fld id="{11FE7FFD-400B-4D2A-8020-FF4344BD47EB}" type="datetime1">
              <a:rPr lang="en-US"/>
              <a:pPr>
                <a:defRPr/>
              </a:pPr>
              <a:t>4/20/2026</a:t>
            </a:fld>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BDF01071-606B-4A6C-9F60-506E6DBF427C}" type="slidenum">
              <a:rPr lang="en-US"/>
              <a:pPr>
                <a:defRPr/>
              </a:pPr>
              <a:t>‹#›</a:t>
            </a:fld>
            <a:endParaRPr lang="en-US"/>
          </a:p>
        </p:txBody>
      </p:sp>
    </p:spTree>
  </p:cSld>
  <p:clrMapOvr>
    <a:masterClrMapping/>
  </p:clrMapOvr>
  <p:transition spd="slow" advTm="6000">
    <p:random/>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81000" y="381000"/>
            <a:ext cx="8001000" cy="838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685800" y="1295400"/>
            <a:ext cx="7772400" cy="4648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7172" name="Rectangle 4"/>
          <p:cNvSpPr>
            <a:spLocks noGrp="1" noChangeArrowheads="1"/>
          </p:cNvSpPr>
          <p:nvPr>
            <p:ph type="dt" sz="half" idx="2"/>
          </p:nvPr>
        </p:nvSpPr>
        <p:spPr bwMode="auto">
          <a:xfrm>
            <a:off x="381000" y="60150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400">
                <a:solidFill>
                  <a:schemeClr val="bg2"/>
                </a:solidFill>
                <a:latin typeface="+mn-lt"/>
              </a:defRPr>
            </a:lvl1pPr>
          </a:lstStyle>
          <a:p>
            <a:pPr>
              <a:defRPr/>
            </a:pPr>
            <a:fld id="{B943E34D-8BCD-485E-A20E-3DDD1F45886D}" type="datetime1">
              <a:rPr lang="en-US"/>
              <a:pPr>
                <a:defRPr/>
              </a:pPr>
              <a:t>4/20/2026</a:t>
            </a:fld>
            <a:endParaRPr lang="en-US"/>
          </a:p>
        </p:txBody>
      </p:sp>
      <p:sp>
        <p:nvSpPr>
          <p:cNvPr id="7173" name="Rectangle 5"/>
          <p:cNvSpPr>
            <a:spLocks noGrp="1" noChangeArrowheads="1"/>
          </p:cNvSpPr>
          <p:nvPr>
            <p:ph type="ftr" sz="quarter" idx="3"/>
          </p:nvPr>
        </p:nvSpPr>
        <p:spPr bwMode="auto">
          <a:xfrm>
            <a:off x="3124200" y="6015038"/>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a:defRPr sz="1400">
                <a:solidFill>
                  <a:schemeClr val="bg2"/>
                </a:solidFill>
                <a:latin typeface="+mn-lt"/>
              </a:defRPr>
            </a:lvl1pPr>
          </a:lstStyle>
          <a:p>
            <a:pPr>
              <a:defRPr/>
            </a:pPr>
            <a:endParaRPr lang="en-US"/>
          </a:p>
        </p:txBody>
      </p:sp>
      <p:sp>
        <p:nvSpPr>
          <p:cNvPr id="7174" name="Rectangle 6"/>
          <p:cNvSpPr>
            <a:spLocks noGrp="1" noChangeArrowheads="1"/>
          </p:cNvSpPr>
          <p:nvPr>
            <p:ph type="sldNum" sz="quarter" idx="4"/>
          </p:nvPr>
        </p:nvSpPr>
        <p:spPr bwMode="auto">
          <a:xfrm>
            <a:off x="6858000" y="6015038"/>
            <a:ext cx="1905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400">
                <a:solidFill>
                  <a:schemeClr val="bg2"/>
                </a:solidFill>
                <a:latin typeface="+mn-lt"/>
              </a:defRPr>
            </a:lvl1pPr>
          </a:lstStyle>
          <a:p>
            <a:pPr>
              <a:defRPr/>
            </a:pPr>
            <a:fld id="{7DAE3CA4-960A-411C-8250-B8AFDDB5F1C3}" type="slidenum">
              <a:rPr lang="en-US"/>
              <a:pPr>
                <a:defRPr/>
              </a:pPr>
              <a:t>‹#›</a:t>
            </a:fld>
            <a:endParaRPr lang="en-US"/>
          </a:p>
        </p:txBody>
      </p:sp>
      <p:grpSp>
        <p:nvGrpSpPr>
          <p:cNvPr id="1031" name="Group 7"/>
          <p:cNvGrpSpPr>
            <a:grpSpLocks/>
          </p:cNvGrpSpPr>
          <p:nvPr/>
        </p:nvGrpSpPr>
        <p:grpSpPr bwMode="auto">
          <a:xfrm>
            <a:off x="177800" y="230188"/>
            <a:ext cx="203200" cy="6503987"/>
            <a:chOff x="112" y="145"/>
            <a:chExt cx="128" cy="4097"/>
          </a:xfrm>
        </p:grpSpPr>
        <p:sp>
          <p:nvSpPr>
            <p:cNvPr id="7176" name="Rectangle 8"/>
            <p:cNvSpPr>
              <a:spLocks noChangeArrowheads="1"/>
            </p:cNvSpPr>
            <p:nvPr/>
          </p:nvSpPr>
          <p:spPr bwMode="auto">
            <a:xfrm flipH="1">
              <a:off x="192" y="162"/>
              <a:ext cx="48" cy="4080"/>
            </a:xfrm>
            <a:prstGeom prst="rect">
              <a:avLst/>
            </a:prstGeom>
            <a:gradFill rotWithShape="0">
              <a:gsLst>
                <a:gs pos="0">
                  <a:schemeClr val="bg1"/>
                </a:gs>
                <a:gs pos="100000">
                  <a:schemeClr val="folHlink"/>
                </a:gs>
              </a:gsLst>
              <a:lin ang="5400000" scaled="1"/>
            </a:gradFill>
            <a:ln w="9525">
              <a:noFill/>
              <a:miter lim="800000"/>
              <a:headEnd/>
              <a:tailEnd/>
            </a:ln>
            <a:effectLst/>
          </p:spPr>
          <p:txBody>
            <a:bodyPr wrap="none" anchor="ctr"/>
            <a:lstStyle/>
            <a:p>
              <a:pPr>
                <a:defRPr/>
              </a:pPr>
              <a:endParaRPr lang="en-US"/>
            </a:p>
          </p:txBody>
        </p:sp>
        <p:sp>
          <p:nvSpPr>
            <p:cNvPr id="7177" name="Rectangle 9"/>
            <p:cNvSpPr>
              <a:spLocks noChangeArrowheads="1"/>
            </p:cNvSpPr>
            <p:nvPr/>
          </p:nvSpPr>
          <p:spPr bwMode="auto">
            <a:xfrm>
              <a:off x="112" y="145"/>
              <a:ext cx="48" cy="3941"/>
            </a:xfrm>
            <a:prstGeom prst="rect">
              <a:avLst/>
            </a:prstGeom>
            <a:gradFill rotWithShape="0">
              <a:gsLst>
                <a:gs pos="0">
                  <a:schemeClr val="bg1"/>
                </a:gs>
                <a:gs pos="100000">
                  <a:schemeClr val="hlink"/>
                </a:gs>
              </a:gsLst>
              <a:lin ang="5400000" scaled="1"/>
            </a:gradFill>
            <a:ln w="9525">
              <a:noFill/>
              <a:miter lim="800000"/>
              <a:headEnd/>
              <a:tailEnd/>
            </a:ln>
            <a:effectLst/>
          </p:spPr>
          <p:txBody>
            <a:bodyPr wrap="none" anchor="ctr"/>
            <a:lstStyle/>
            <a:p>
              <a:pPr algn="ctr">
                <a:defRPr/>
              </a:pPr>
              <a:endParaRPr lang="en-US"/>
            </a:p>
          </p:txBody>
        </p:sp>
      </p:grpSp>
      <p:grpSp>
        <p:nvGrpSpPr>
          <p:cNvPr id="1032" name="Group 10"/>
          <p:cNvGrpSpPr>
            <a:grpSpLocks/>
          </p:cNvGrpSpPr>
          <p:nvPr/>
        </p:nvGrpSpPr>
        <p:grpSpPr bwMode="auto">
          <a:xfrm>
            <a:off x="8793163" y="220663"/>
            <a:ext cx="198437" cy="6408737"/>
            <a:chOff x="5539" y="139"/>
            <a:chExt cx="125" cy="4037"/>
          </a:xfrm>
        </p:grpSpPr>
        <p:sp>
          <p:nvSpPr>
            <p:cNvPr id="7179" name="Rectangle 11"/>
            <p:cNvSpPr>
              <a:spLocks noChangeArrowheads="1"/>
            </p:cNvSpPr>
            <p:nvPr/>
          </p:nvSpPr>
          <p:spPr bwMode="auto">
            <a:xfrm rot="-10800000" flipH="1" flipV="1">
              <a:off x="5621" y="139"/>
              <a:ext cx="43" cy="3989"/>
            </a:xfrm>
            <a:prstGeom prst="rect">
              <a:avLst/>
            </a:prstGeom>
            <a:gradFill rotWithShape="0">
              <a:gsLst>
                <a:gs pos="0">
                  <a:schemeClr val="accent1"/>
                </a:gs>
                <a:gs pos="100000">
                  <a:schemeClr val="bg1"/>
                </a:gs>
              </a:gsLst>
              <a:lin ang="5400000" scaled="1"/>
            </a:gradFill>
            <a:ln w="9525">
              <a:noFill/>
              <a:miter lim="800000"/>
              <a:headEnd/>
              <a:tailEnd/>
            </a:ln>
            <a:effectLst/>
          </p:spPr>
          <p:txBody>
            <a:bodyPr wrap="none" anchor="ctr"/>
            <a:lstStyle/>
            <a:p>
              <a:pPr>
                <a:defRPr/>
              </a:pPr>
              <a:endParaRPr lang="en-US"/>
            </a:p>
          </p:txBody>
        </p:sp>
        <p:sp>
          <p:nvSpPr>
            <p:cNvPr id="7180" name="Rectangle 12"/>
            <p:cNvSpPr>
              <a:spLocks noChangeArrowheads="1"/>
            </p:cNvSpPr>
            <p:nvPr/>
          </p:nvSpPr>
          <p:spPr bwMode="auto">
            <a:xfrm rot="10800000" flipV="1">
              <a:off x="5539" y="240"/>
              <a:ext cx="49" cy="3936"/>
            </a:xfrm>
            <a:prstGeom prst="rect">
              <a:avLst/>
            </a:prstGeom>
            <a:gradFill rotWithShape="0">
              <a:gsLst>
                <a:gs pos="0">
                  <a:schemeClr val="accent2"/>
                </a:gs>
                <a:gs pos="100000">
                  <a:schemeClr val="bg1"/>
                </a:gs>
              </a:gsLst>
              <a:lin ang="5400000" scaled="1"/>
            </a:gradFill>
            <a:ln w="9525">
              <a:noFill/>
              <a:miter lim="800000"/>
              <a:headEnd/>
              <a:tailEnd/>
            </a:ln>
            <a:effectLst/>
          </p:spPr>
          <p:txBody>
            <a:bodyPr wrap="none" anchor="ctr"/>
            <a:lstStyle/>
            <a:p>
              <a:pPr>
                <a:defRPr/>
              </a:pPr>
              <a:endParaRPr lang="en-US"/>
            </a:p>
          </p:txBody>
        </p:sp>
      </p:grpSp>
      <p:grpSp>
        <p:nvGrpSpPr>
          <p:cNvPr id="1033" name="Group 13"/>
          <p:cNvGrpSpPr>
            <a:grpSpLocks/>
          </p:cNvGrpSpPr>
          <p:nvPr/>
        </p:nvGrpSpPr>
        <p:grpSpPr bwMode="auto">
          <a:xfrm>
            <a:off x="412750" y="6477000"/>
            <a:ext cx="8686800" cy="228600"/>
            <a:chOff x="260" y="4080"/>
            <a:chExt cx="5472" cy="144"/>
          </a:xfrm>
        </p:grpSpPr>
        <p:sp>
          <p:nvSpPr>
            <p:cNvPr id="7182" name="Rectangle 14"/>
            <p:cNvSpPr>
              <a:spLocks noChangeArrowheads="1"/>
            </p:cNvSpPr>
            <p:nvPr/>
          </p:nvSpPr>
          <p:spPr bwMode="auto">
            <a:xfrm rot="5400000" flipV="1">
              <a:off x="2972" y="1368"/>
              <a:ext cx="48" cy="5472"/>
            </a:xfrm>
            <a:prstGeom prst="rect">
              <a:avLst/>
            </a:prstGeom>
            <a:gradFill rotWithShape="0">
              <a:gsLst>
                <a:gs pos="0">
                  <a:schemeClr val="bg1"/>
                </a:gs>
                <a:gs pos="100000">
                  <a:schemeClr val="accent1"/>
                </a:gs>
              </a:gsLst>
              <a:lin ang="0" scaled="1"/>
            </a:gradFill>
            <a:ln w="9525">
              <a:noFill/>
              <a:miter lim="800000"/>
              <a:headEnd/>
              <a:tailEnd/>
            </a:ln>
            <a:effectLst/>
          </p:spPr>
          <p:txBody>
            <a:bodyPr wrap="none" anchor="ctr"/>
            <a:lstStyle/>
            <a:p>
              <a:pPr>
                <a:defRPr/>
              </a:pPr>
              <a:endParaRPr lang="en-US"/>
            </a:p>
          </p:txBody>
        </p:sp>
        <p:sp>
          <p:nvSpPr>
            <p:cNvPr id="7183" name="Rectangle 15"/>
            <p:cNvSpPr>
              <a:spLocks noChangeArrowheads="1"/>
            </p:cNvSpPr>
            <p:nvPr/>
          </p:nvSpPr>
          <p:spPr bwMode="auto">
            <a:xfrm rot="5400000" flipV="1">
              <a:off x="2914" y="1522"/>
              <a:ext cx="48" cy="5355"/>
            </a:xfrm>
            <a:prstGeom prst="rect">
              <a:avLst/>
            </a:prstGeom>
            <a:gradFill rotWithShape="0">
              <a:gsLst>
                <a:gs pos="0">
                  <a:schemeClr val="bg1"/>
                </a:gs>
                <a:gs pos="100000">
                  <a:schemeClr val="hlink"/>
                </a:gs>
              </a:gsLst>
              <a:lin ang="0" scaled="1"/>
            </a:gradFill>
            <a:ln w="9525">
              <a:noFill/>
              <a:miter lim="800000"/>
              <a:headEnd/>
              <a:tailEnd/>
            </a:ln>
            <a:effectLst/>
          </p:spPr>
          <p:txBody>
            <a:bodyPr wrap="none" anchor="ctr"/>
            <a:lstStyle/>
            <a:p>
              <a:pPr>
                <a:defRPr/>
              </a:pPr>
              <a:endParaRPr lang="en-US"/>
            </a:p>
          </p:txBody>
        </p:sp>
      </p:grpSp>
      <p:grpSp>
        <p:nvGrpSpPr>
          <p:cNvPr id="1034" name="Group 16"/>
          <p:cNvGrpSpPr>
            <a:grpSpLocks/>
          </p:cNvGrpSpPr>
          <p:nvPr/>
        </p:nvGrpSpPr>
        <p:grpSpPr bwMode="auto">
          <a:xfrm>
            <a:off x="76200" y="176213"/>
            <a:ext cx="8745538" cy="161925"/>
            <a:chOff x="48" y="111"/>
            <a:chExt cx="5509" cy="102"/>
          </a:xfrm>
        </p:grpSpPr>
        <p:sp>
          <p:nvSpPr>
            <p:cNvPr id="7185" name="Rectangle 17"/>
            <p:cNvSpPr>
              <a:spLocks noChangeArrowheads="1"/>
            </p:cNvSpPr>
            <p:nvPr/>
          </p:nvSpPr>
          <p:spPr bwMode="auto">
            <a:xfrm rot="5400000" flipV="1">
              <a:off x="2853" y="-2491"/>
              <a:ext cx="37" cy="5371"/>
            </a:xfrm>
            <a:prstGeom prst="rect">
              <a:avLst/>
            </a:prstGeom>
            <a:gradFill rotWithShape="0">
              <a:gsLst>
                <a:gs pos="0">
                  <a:schemeClr val="hlink"/>
                </a:gs>
                <a:gs pos="100000">
                  <a:schemeClr val="bg1"/>
                </a:gs>
              </a:gsLst>
              <a:lin ang="0" scaled="1"/>
            </a:gradFill>
            <a:ln w="9525">
              <a:noFill/>
              <a:miter lim="800000"/>
              <a:headEnd/>
              <a:tailEnd/>
            </a:ln>
            <a:effectLst/>
          </p:spPr>
          <p:txBody>
            <a:bodyPr wrap="none" anchor="ctr"/>
            <a:lstStyle/>
            <a:p>
              <a:pPr>
                <a:defRPr/>
              </a:pPr>
              <a:endParaRPr lang="en-US"/>
            </a:p>
          </p:txBody>
        </p:sp>
        <p:sp>
          <p:nvSpPr>
            <p:cNvPr id="7186" name="Rectangle 18"/>
            <p:cNvSpPr>
              <a:spLocks noChangeArrowheads="1"/>
            </p:cNvSpPr>
            <p:nvPr/>
          </p:nvSpPr>
          <p:spPr bwMode="auto">
            <a:xfrm rot="5400000" flipV="1">
              <a:off x="2783" y="-2624"/>
              <a:ext cx="38" cy="5509"/>
            </a:xfrm>
            <a:prstGeom prst="rect">
              <a:avLst/>
            </a:prstGeom>
            <a:gradFill rotWithShape="0">
              <a:gsLst>
                <a:gs pos="0">
                  <a:schemeClr val="accent1"/>
                </a:gs>
                <a:gs pos="100000">
                  <a:schemeClr val="bg1"/>
                </a:gs>
              </a:gsLst>
              <a:lin ang="0" scaled="1"/>
            </a:gradFill>
            <a:ln w="9525">
              <a:noFill/>
              <a:miter lim="800000"/>
              <a:headEnd/>
              <a:tailEnd/>
            </a:ln>
            <a:effectLst/>
          </p:spPr>
          <p:txBody>
            <a:bodyPr wrap="none" anchor="ctr"/>
            <a:lstStyle/>
            <a:p>
              <a:pPr>
                <a:defRPr/>
              </a:pPr>
              <a:endParaRPr lang="en-US"/>
            </a:p>
          </p:txBody>
        </p:sp>
      </p:grpSp>
      <p:grpSp>
        <p:nvGrpSpPr>
          <p:cNvPr id="6" name="Group 19"/>
          <p:cNvGrpSpPr>
            <a:grpSpLocks/>
          </p:cNvGrpSpPr>
          <p:nvPr/>
        </p:nvGrpSpPr>
        <p:grpSpPr bwMode="auto">
          <a:xfrm>
            <a:off x="71438" y="176213"/>
            <a:ext cx="8745537" cy="161925"/>
            <a:chOff x="48" y="111"/>
            <a:chExt cx="5509" cy="102"/>
          </a:xfrm>
        </p:grpSpPr>
        <p:sp>
          <p:nvSpPr>
            <p:cNvPr id="7188" name="Rectangle 20"/>
            <p:cNvSpPr>
              <a:spLocks noChangeArrowheads="1"/>
            </p:cNvSpPr>
            <p:nvPr/>
          </p:nvSpPr>
          <p:spPr bwMode="auto">
            <a:xfrm rot="5400000" flipV="1">
              <a:off x="2853" y="-2491"/>
              <a:ext cx="37" cy="5371"/>
            </a:xfrm>
            <a:prstGeom prst="rect">
              <a:avLst/>
            </a:prstGeom>
            <a:gradFill rotWithShape="0">
              <a:gsLst>
                <a:gs pos="0">
                  <a:schemeClr val="hlink"/>
                </a:gs>
                <a:gs pos="100000">
                  <a:schemeClr val="bg1"/>
                </a:gs>
              </a:gsLst>
              <a:lin ang="0" scaled="1"/>
            </a:gradFill>
            <a:ln w="9525">
              <a:noFill/>
              <a:miter lim="800000"/>
              <a:headEnd/>
              <a:tailEnd/>
            </a:ln>
            <a:effectLst/>
          </p:spPr>
          <p:txBody>
            <a:bodyPr wrap="none" anchor="ctr"/>
            <a:lstStyle/>
            <a:p>
              <a:pPr>
                <a:defRPr/>
              </a:pPr>
              <a:endParaRPr lang="en-US"/>
            </a:p>
          </p:txBody>
        </p:sp>
        <p:sp>
          <p:nvSpPr>
            <p:cNvPr id="7189" name="Rectangle 21"/>
            <p:cNvSpPr>
              <a:spLocks noChangeArrowheads="1"/>
            </p:cNvSpPr>
            <p:nvPr/>
          </p:nvSpPr>
          <p:spPr bwMode="auto">
            <a:xfrm rot="5400000" flipV="1">
              <a:off x="2784" y="-2625"/>
              <a:ext cx="38" cy="5509"/>
            </a:xfrm>
            <a:prstGeom prst="rect">
              <a:avLst/>
            </a:prstGeom>
            <a:gradFill rotWithShape="0">
              <a:gsLst>
                <a:gs pos="0">
                  <a:schemeClr val="accent1"/>
                </a:gs>
                <a:gs pos="100000">
                  <a:schemeClr val="bg1"/>
                </a:gs>
              </a:gsLst>
              <a:lin ang="0" scaled="1"/>
            </a:gradFill>
            <a:ln w="9525">
              <a:noFill/>
              <a:miter lim="800000"/>
              <a:headEnd/>
              <a:tailEnd/>
            </a:ln>
            <a:effectLst/>
          </p:spPr>
          <p:txBody>
            <a:bodyPr wrap="none" anchor="ctr"/>
            <a:lstStyle/>
            <a:p>
              <a:pPr>
                <a:defRPr/>
              </a:pPr>
              <a:endParaRPr lang="en-US"/>
            </a:p>
          </p:txBody>
        </p:sp>
      </p:grpSp>
    </p:spTree>
  </p:cSld>
  <p:clrMap bg1="dk2" tx1="lt1" bg2="dk1" tx2="lt2" accent1="accent1" accent2="accent2" accent3="accent3" accent4="accent4" accent5="accent5" accent6="accent6" hlink="hlink" folHlink="folHlink"/>
  <p:sldLayoutIdLst>
    <p:sldLayoutId id="2147483909" r:id="rId1"/>
    <p:sldLayoutId id="2147483898" r:id="rId2"/>
    <p:sldLayoutId id="2147483899" r:id="rId3"/>
    <p:sldLayoutId id="2147483900" r:id="rId4"/>
    <p:sldLayoutId id="2147483901" r:id="rId5"/>
    <p:sldLayoutId id="2147483902" r:id="rId6"/>
    <p:sldLayoutId id="2147483903" r:id="rId7"/>
    <p:sldLayoutId id="2147483904" r:id="rId8"/>
    <p:sldLayoutId id="2147483905" r:id="rId9"/>
    <p:sldLayoutId id="2147483906" r:id="rId10"/>
    <p:sldLayoutId id="2147483907" r:id="rId11"/>
    <p:sldLayoutId id="2147483908" r:id="rId12"/>
  </p:sldLayoutIdLst>
  <p:transition spd="slow" advTm="6000">
    <p:random/>
  </p:transition>
  <p:timing>
    <p:tnLst>
      <p:par>
        <p:cTn id="1" dur="indefinite" restart="never" nodeType="tmRoot">
          <p:childTnLst>
            <p:seq concurrent="1" nextAc="seek">
              <p:cTn id="2" dur="indefinite">
                <p:childTnLst>
                  <p:par>
                    <p:cTn id="3" fill="hold">
                      <p:stCondLst>
                        <p:cond delay="indefinite"/>
                        <p:cond evt="onBegin" delay="0">
                          <p:tn val="2"/>
                        </p:cond>
                      </p:stCondLst>
                      <p:childTnLst>
                        <p:par>
                          <p:cTn id="4" fill="hold">
                            <p:stCondLst>
                              <p:cond delay="0"/>
                            </p:stCondLst>
                            <p:childTnLst>
                              <p:par>
                                <p:cTn id="5" presetID="2" presetClass="entr" presetSubtype="2"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stCondLst>
                                            <p:cond delay="0"/>
                                          </p:stCondLst>
                                        </p:cTn>
                                        <p:tgtEl>
                                          <p:spTgt spid="6"/>
                                        </p:tgtEl>
                                        <p:attrNameLst>
                                          <p:attrName>ppt_x</p:attrName>
                                        </p:attrNameLst>
                                      </p:cBhvr>
                                      <p:tavLst>
                                        <p:tav tm="0">
                                          <p:val>
                                            <p:strVal val="1+#ppt_w/2"/>
                                          </p:val>
                                        </p:tav>
                                        <p:tav tm="100000">
                                          <p:val>
                                            <p:strVal val="#ppt_x"/>
                                          </p:val>
                                        </p:tav>
                                      </p:tavLst>
                                    </p:anim>
                                    <p:anim calcmode="lin" valueType="num">
                                      <p:cBhvr additive="base">
                                        <p:cTn id="8" dur="500" fill="hold">
                                          <p:stCondLst>
                                            <p:cond delay="0"/>
                                          </p:stCondLst>
                                        </p:cTn>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txStyles>
    <p:title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Tahoma" pitchFamily="34" charset="0"/>
        </a:defRPr>
      </a:lvl2pPr>
      <a:lvl3pPr algn="l" rtl="0" eaLnBrk="0" fontAlgn="base" hangingPunct="0">
        <a:spcBef>
          <a:spcPct val="0"/>
        </a:spcBef>
        <a:spcAft>
          <a:spcPct val="0"/>
        </a:spcAft>
        <a:defRPr sz="3600">
          <a:solidFill>
            <a:schemeClr val="tx2"/>
          </a:solidFill>
          <a:latin typeface="Tahoma" pitchFamily="34" charset="0"/>
        </a:defRPr>
      </a:lvl3pPr>
      <a:lvl4pPr algn="l" rtl="0" eaLnBrk="0" fontAlgn="base" hangingPunct="0">
        <a:spcBef>
          <a:spcPct val="0"/>
        </a:spcBef>
        <a:spcAft>
          <a:spcPct val="0"/>
        </a:spcAft>
        <a:defRPr sz="3600">
          <a:solidFill>
            <a:schemeClr val="tx2"/>
          </a:solidFill>
          <a:latin typeface="Tahoma" pitchFamily="34" charset="0"/>
        </a:defRPr>
      </a:lvl4pPr>
      <a:lvl5pPr algn="l" rtl="0" eaLnBrk="0" fontAlgn="base" hangingPunct="0">
        <a:spcBef>
          <a:spcPct val="0"/>
        </a:spcBef>
        <a:spcAft>
          <a:spcPct val="0"/>
        </a:spcAft>
        <a:defRPr sz="3600">
          <a:solidFill>
            <a:schemeClr val="tx2"/>
          </a:solidFill>
          <a:latin typeface="Tahoma" pitchFamily="34" charset="0"/>
        </a:defRPr>
      </a:lvl5pPr>
      <a:lvl6pPr marL="457200" algn="l" rtl="0" fontAlgn="base">
        <a:spcBef>
          <a:spcPct val="0"/>
        </a:spcBef>
        <a:spcAft>
          <a:spcPct val="0"/>
        </a:spcAft>
        <a:defRPr sz="3600">
          <a:solidFill>
            <a:schemeClr val="tx2"/>
          </a:solidFill>
          <a:latin typeface="Tahoma" pitchFamily="34" charset="0"/>
        </a:defRPr>
      </a:lvl6pPr>
      <a:lvl7pPr marL="914400" algn="l" rtl="0" fontAlgn="base">
        <a:spcBef>
          <a:spcPct val="0"/>
        </a:spcBef>
        <a:spcAft>
          <a:spcPct val="0"/>
        </a:spcAft>
        <a:defRPr sz="3600">
          <a:solidFill>
            <a:schemeClr val="tx2"/>
          </a:solidFill>
          <a:latin typeface="Tahoma" pitchFamily="34" charset="0"/>
        </a:defRPr>
      </a:lvl7pPr>
      <a:lvl8pPr marL="1371600" algn="l" rtl="0" fontAlgn="base">
        <a:spcBef>
          <a:spcPct val="0"/>
        </a:spcBef>
        <a:spcAft>
          <a:spcPct val="0"/>
        </a:spcAft>
        <a:defRPr sz="3600">
          <a:solidFill>
            <a:schemeClr val="tx2"/>
          </a:solidFill>
          <a:latin typeface="Tahoma" pitchFamily="34" charset="0"/>
        </a:defRPr>
      </a:lvl8pPr>
      <a:lvl9pPr marL="1828800" algn="l" rtl="0" fontAlgn="base">
        <a:spcBef>
          <a:spcPct val="0"/>
        </a:spcBef>
        <a:spcAft>
          <a:spcPct val="0"/>
        </a:spcAft>
        <a:defRPr sz="36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accent1"/>
        </a:buClr>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Char char="–"/>
        <a:defRPr sz="2800">
          <a:solidFill>
            <a:schemeClr val="tx1"/>
          </a:solidFill>
          <a:latin typeface="+mn-lt"/>
        </a:defRPr>
      </a:lvl2pPr>
      <a:lvl3pPr marL="1143000" indent="-228600" algn="l" rtl="0" eaLnBrk="0" fontAlgn="base" hangingPunct="0">
        <a:spcBef>
          <a:spcPct val="20000"/>
        </a:spcBef>
        <a:spcAft>
          <a:spcPct val="0"/>
        </a:spcAft>
        <a:buClr>
          <a:schemeClr val="accent1"/>
        </a:buClr>
        <a:buChar char="•"/>
        <a:defRPr sz="2400">
          <a:solidFill>
            <a:schemeClr val="tx1"/>
          </a:solidFill>
          <a:latin typeface="+mn-lt"/>
        </a:defRPr>
      </a:lvl3pPr>
      <a:lvl4pPr marL="1600200" indent="-228600" algn="l" rtl="0" eaLnBrk="0" fontAlgn="base" hangingPunct="0">
        <a:spcBef>
          <a:spcPct val="20000"/>
        </a:spcBef>
        <a:spcAft>
          <a:spcPct val="0"/>
        </a:spcAft>
        <a:buClr>
          <a:schemeClr val="folHlink"/>
        </a:buClr>
        <a:buChar char="–"/>
        <a:defRPr sz="2000">
          <a:solidFill>
            <a:schemeClr val="tx1"/>
          </a:solidFill>
          <a:latin typeface="+mn-lt"/>
        </a:defRPr>
      </a:lvl4pPr>
      <a:lvl5pPr marL="2057400" indent="-228600" algn="l" rtl="0" eaLnBrk="0" fontAlgn="base" hangingPunct="0">
        <a:spcBef>
          <a:spcPct val="20000"/>
        </a:spcBef>
        <a:spcAft>
          <a:spcPct val="0"/>
        </a:spcAft>
        <a:buClr>
          <a:schemeClr val="accent1"/>
        </a:buClr>
        <a:buChar char="»"/>
        <a:defRPr sz="2000">
          <a:solidFill>
            <a:schemeClr val="tx1"/>
          </a:solidFill>
          <a:latin typeface="+mn-lt"/>
        </a:defRPr>
      </a:lvl5pPr>
      <a:lvl6pPr marL="2514600" indent="-228600" algn="l" rtl="0" fontAlgn="base">
        <a:spcBef>
          <a:spcPct val="20000"/>
        </a:spcBef>
        <a:spcAft>
          <a:spcPct val="0"/>
        </a:spcAft>
        <a:buClr>
          <a:schemeClr val="accent1"/>
        </a:buClr>
        <a:buChar char="»"/>
        <a:defRPr sz="2000">
          <a:solidFill>
            <a:schemeClr val="tx1"/>
          </a:solidFill>
          <a:latin typeface="+mn-lt"/>
        </a:defRPr>
      </a:lvl6pPr>
      <a:lvl7pPr marL="2971800" indent="-228600" algn="l" rtl="0" fontAlgn="base">
        <a:spcBef>
          <a:spcPct val="20000"/>
        </a:spcBef>
        <a:spcAft>
          <a:spcPct val="0"/>
        </a:spcAft>
        <a:buClr>
          <a:schemeClr val="accent1"/>
        </a:buClr>
        <a:buChar char="»"/>
        <a:defRPr sz="2000">
          <a:solidFill>
            <a:schemeClr val="tx1"/>
          </a:solidFill>
          <a:latin typeface="+mn-lt"/>
        </a:defRPr>
      </a:lvl7pPr>
      <a:lvl8pPr marL="3429000" indent="-228600" algn="l" rtl="0" fontAlgn="base">
        <a:spcBef>
          <a:spcPct val="20000"/>
        </a:spcBef>
        <a:spcAft>
          <a:spcPct val="0"/>
        </a:spcAft>
        <a:buClr>
          <a:schemeClr val="accent1"/>
        </a:buClr>
        <a:buChar char="»"/>
        <a:defRPr sz="2000">
          <a:solidFill>
            <a:schemeClr val="tx1"/>
          </a:solidFill>
          <a:latin typeface="+mn-lt"/>
        </a:defRPr>
      </a:lvl8pPr>
      <a:lvl9pPr marL="3886200" indent="-228600" algn="l" rtl="0" fontAlgn="base">
        <a:spcBef>
          <a:spcPct val="20000"/>
        </a:spcBef>
        <a:spcAft>
          <a:spcPct val="0"/>
        </a:spcAft>
        <a:buClr>
          <a:schemeClr val="accent1"/>
        </a:buClr>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audio" Target="../media/audio1.wav"/><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hyperlink" Target="https://www.youtube.com/watch?v=1NEA3koBXiY"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 Id="rId5" Type="http://schemas.openxmlformats.org/officeDocument/2006/relationships/image" Target="../media/image14.jpeg"/><Relationship Id="rId4" Type="http://schemas.openxmlformats.org/officeDocument/2006/relationships/image" Target="../media/image13.jpeg"/></Relationships>
</file>

<file path=ppt/slides/_rels/slide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ro.wikipedia.org/wiki/Muzeul_de_Istorie_%E2%80%9ETeodor_Cincu%22_Tecuci" TargetMode="External"/><Relationship Id="rId2" Type="http://schemas.openxmlformats.org/officeDocument/2006/relationships/image" Target="../media/image20.jpeg"/><Relationship Id="rId1" Type="http://schemas.openxmlformats.org/officeDocument/2006/relationships/slideLayout" Target="../slideLayouts/slideLayout2.xml"/><Relationship Id="rId6" Type="http://schemas.openxmlformats.org/officeDocument/2006/relationships/image" Target="../media/image23.jpeg"/><Relationship Id="rId5" Type="http://schemas.openxmlformats.org/officeDocument/2006/relationships/image" Target="../media/image22.jpeg"/><Relationship Id="rId4" Type="http://schemas.openxmlformats.org/officeDocument/2006/relationships/image" Target="../media/image21.jpeg"/></Relationships>
</file>

<file path=ppt/slides/_rels/slide1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jpeg"/><Relationship Id="rId1" Type="http://schemas.openxmlformats.org/officeDocument/2006/relationships/slideLayout" Target="../slideLayouts/slideLayout2.xml"/><Relationship Id="rId4" Type="http://schemas.openxmlformats.org/officeDocument/2006/relationships/image" Target="../media/image27.jpe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eg"/><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jpeg"/><Relationship Id="rId4" Type="http://schemas.openxmlformats.org/officeDocument/2006/relationships/image" Target="../media/image30.jpeg"/></Relationships>
</file>

<file path=ppt/slides/_rels/slide16.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slideLayout" Target="../slideLayouts/slideLayout7.xml"/><Relationship Id="rId6" Type="http://schemas.openxmlformats.org/officeDocument/2006/relationships/image" Target="../media/image37.jpeg"/><Relationship Id="rId5" Type="http://schemas.openxmlformats.org/officeDocument/2006/relationships/image" Target="../media/image36.jpeg"/><Relationship Id="rId4" Type="http://schemas.openxmlformats.org/officeDocument/2006/relationships/image" Target="../media/image35.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srcRect/>
          <a:tile tx="0" ty="0" sx="100000" sy="100000" flip="none" algn="tl"/>
        </a:blipFill>
        <a:effectLst/>
      </p:bgPr>
    </p:bg>
    <p:spTree>
      <p:nvGrpSpPr>
        <p:cNvPr id="1" name=""/>
        <p:cNvGrpSpPr/>
        <p:nvPr/>
      </p:nvGrpSpPr>
      <p:grpSpPr>
        <a:xfrm>
          <a:off x="0" y="0"/>
          <a:ext cx="0" cy="0"/>
          <a:chOff x="0" y="0"/>
          <a:chExt cx="0" cy="0"/>
        </a:xfrm>
      </p:grpSpPr>
      <p:sp>
        <p:nvSpPr>
          <p:cNvPr id="3074" name="WordArt 7" descr="Capra2"/>
          <p:cNvSpPr>
            <a:spLocks noChangeArrowheads="1" noChangeShapeType="1" noTextEdit="1"/>
          </p:cNvSpPr>
          <p:nvPr/>
        </p:nvSpPr>
        <p:spPr bwMode="auto">
          <a:xfrm>
            <a:off x="762000" y="381000"/>
            <a:ext cx="7967663" cy="1981200"/>
          </a:xfrm>
          <a:prstGeom prst="rect">
            <a:avLst/>
          </a:prstGeom>
        </p:spPr>
        <p:txBody>
          <a:bodyPr wrap="none" fromWordArt="1">
            <a:prstTxWarp prst="textPlain">
              <a:avLst>
                <a:gd name="adj" fmla="val 50000"/>
              </a:avLst>
            </a:prstTxWarp>
          </a:bodyPr>
          <a:lstStyle/>
          <a:p>
            <a:pPr algn="ctr"/>
            <a:r>
              <a:rPr lang="en-US" sz="4400" b="1" kern="10">
                <a:ln w="28575">
                  <a:solidFill>
                    <a:srgbClr val="001C6E"/>
                  </a:solidFill>
                  <a:round/>
                  <a:headEnd/>
                  <a:tailEnd/>
                </a:ln>
                <a:blipFill dpi="0" rotWithShape="0">
                  <a:blip r:embed="rId4"/>
                  <a:srcRect/>
                  <a:tile tx="0" ty="0" sx="100000" sy="100000" flip="none" algn="tl"/>
                </a:blipFill>
                <a:effectLst>
                  <a:outerShdw dist="35921" dir="2700000" sy="50000" kx="2115830" algn="bl" rotWithShape="0">
                    <a:srgbClr val="C0C0C0">
                      <a:alpha val="79999"/>
                    </a:srgbClr>
                  </a:outerShdw>
                </a:effectLst>
                <a:latin typeface="Arial Rounded MT Bold"/>
              </a:rPr>
              <a:t>TECUCI -</a:t>
            </a:r>
          </a:p>
          <a:p>
            <a:pPr algn="ctr"/>
            <a:r>
              <a:rPr lang="en-US" sz="4400" b="1" kern="10">
                <a:ln w="28575">
                  <a:solidFill>
                    <a:srgbClr val="001C6E"/>
                  </a:solidFill>
                  <a:round/>
                  <a:headEnd/>
                  <a:tailEnd/>
                </a:ln>
                <a:blipFill dpi="0" rotWithShape="0">
                  <a:blip r:embed="rId4"/>
                  <a:srcRect/>
                  <a:tile tx="0" ty="0" sx="100000" sy="100000" flip="none" algn="tl"/>
                </a:blipFill>
                <a:effectLst>
                  <a:outerShdw dist="35921" dir="2700000" sy="50000" kx="2115830" algn="bl" rotWithShape="0">
                    <a:srgbClr val="C0C0C0">
                      <a:alpha val="79999"/>
                    </a:srgbClr>
                  </a:outerShdw>
                </a:effectLst>
                <a:latin typeface="Arial Rounded MT Bold"/>
              </a:rPr>
              <a:t>ORASUL FLORILOR</a:t>
            </a:r>
          </a:p>
        </p:txBody>
      </p:sp>
      <p:pic>
        <p:nvPicPr>
          <p:cNvPr id="3075" name="Picture 6" descr="Imagini pentru PARCUL CENTRAL TECUCI"/>
          <p:cNvPicPr>
            <a:picLocks noChangeAspect="1" noChangeArrowheads="1"/>
          </p:cNvPicPr>
          <p:nvPr/>
        </p:nvPicPr>
        <p:blipFill>
          <a:blip r:embed="rId5" cstate="print"/>
          <a:srcRect/>
          <a:stretch>
            <a:fillRect/>
          </a:stretch>
        </p:blipFill>
        <p:spPr bwMode="auto">
          <a:xfrm>
            <a:off x="1219200" y="2514600"/>
            <a:ext cx="6972300" cy="39243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transition spd="slow">
    <p:zoom/>
    <p:sndAc>
      <p:stSnd loop="1">
        <p:snd r:embed="rId2" name="Gh Zamfir.wav"/>
      </p:stSnd>
    </p:sndAc>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nodeType="withEffect">
                                  <p:stCondLst>
                                    <p:cond delay="0"/>
                                  </p:stCondLst>
                                  <p:childTnLst>
                                    <p:set>
                                      <p:cBhvr>
                                        <p:cTn id="6" dur="1" fill="hold">
                                          <p:stCondLst>
                                            <p:cond delay="0"/>
                                          </p:stCondLst>
                                        </p:cTn>
                                        <p:tgtEl>
                                          <p:spTgt spid="3075"/>
                                        </p:tgtEl>
                                        <p:attrNameLst>
                                          <p:attrName>style.visibility</p:attrName>
                                        </p:attrNameLst>
                                      </p:cBhvr>
                                      <p:to>
                                        <p:strVal val="visible"/>
                                      </p:to>
                                    </p:set>
                                    <p:anim calcmode="lin" valueType="num">
                                      <p:cBhvr>
                                        <p:cTn id="7" dur="2000" fill="hold"/>
                                        <p:tgtEl>
                                          <p:spTgt spid="3075"/>
                                        </p:tgtEl>
                                        <p:attrNameLst>
                                          <p:attrName>ppt_w</p:attrName>
                                        </p:attrNameLst>
                                      </p:cBhvr>
                                      <p:tavLst>
                                        <p:tav tm="0">
                                          <p:val>
                                            <p:fltVal val="0"/>
                                          </p:val>
                                        </p:tav>
                                        <p:tav tm="100000">
                                          <p:val>
                                            <p:strVal val="#ppt_w"/>
                                          </p:val>
                                        </p:tav>
                                      </p:tavLst>
                                    </p:anim>
                                    <p:anim calcmode="lin" valueType="num">
                                      <p:cBhvr>
                                        <p:cTn id="8" dur="2000" fill="hold"/>
                                        <p:tgtEl>
                                          <p:spTgt spid="3075"/>
                                        </p:tgtEl>
                                        <p:attrNameLst>
                                          <p:attrName>ppt_h</p:attrName>
                                        </p:attrNameLst>
                                      </p:cBhvr>
                                      <p:tavLst>
                                        <p:tav tm="0">
                                          <p:val>
                                            <p:fltVal val="0"/>
                                          </p:val>
                                        </p:tav>
                                        <p:tav tm="100000">
                                          <p:val>
                                            <p:strVal val="#ppt_h"/>
                                          </p:val>
                                        </p:tav>
                                      </p:tavLst>
                                    </p:anim>
                                    <p:animEffect transition="in" filter="fade">
                                      <p:cBhvr>
                                        <p:cTn id="9" dur="2000"/>
                                        <p:tgtEl>
                                          <p:spTgt spid="30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8488C4"/>
            </a:gs>
            <a:gs pos="53000">
              <a:srgbClr val="D4DEFF"/>
            </a:gs>
            <a:gs pos="83000">
              <a:srgbClr val="D4DEFF"/>
            </a:gs>
            <a:gs pos="100000">
              <a:srgbClr val="96AB94"/>
            </a:gs>
          </a:gsLst>
          <a:lin ang="5400000" scaled="0"/>
        </a:gradFill>
        <a:effectLst/>
      </p:bgPr>
    </p:bg>
    <p:spTree>
      <p:nvGrpSpPr>
        <p:cNvPr id="1" name=""/>
        <p:cNvGrpSpPr/>
        <p:nvPr/>
      </p:nvGrpSpPr>
      <p:grpSpPr>
        <a:xfrm>
          <a:off x="0" y="0"/>
          <a:ext cx="0" cy="0"/>
          <a:chOff x="0" y="0"/>
          <a:chExt cx="0" cy="0"/>
        </a:xfrm>
      </p:grpSpPr>
      <p:sp>
        <p:nvSpPr>
          <p:cNvPr id="4" name="Rectangle 7"/>
          <p:cNvSpPr>
            <a:spLocks noChangeArrowheads="1"/>
          </p:cNvSpPr>
          <p:nvPr/>
        </p:nvSpPr>
        <p:spPr bwMode="auto">
          <a:xfrm>
            <a:off x="1143000" y="3733800"/>
            <a:ext cx="7162800" cy="2308324"/>
          </a:xfrm>
          <a:prstGeom prst="rect">
            <a:avLst/>
          </a:prstGeom>
          <a:noFill/>
          <a:ln w="9525">
            <a:noFill/>
            <a:miter lim="800000"/>
            <a:headEnd/>
            <a:tailEnd/>
          </a:ln>
        </p:spPr>
        <p:txBody>
          <a:bodyPr>
            <a:spAutoFit/>
          </a:bodyPr>
          <a:lstStyle/>
          <a:p>
            <a:pPr algn="ctr"/>
            <a:r>
              <a:rPr lang="en-US" b="1" dirty="0" smtClean="0">
                <a:solidFill>
                  <a:srgbClr val="002060"/>
                </a:solidFill>
              </a:rPr>
              <a:t>REALIZATOR:  </a:t>
            </a:r>
            <a:r>
              <a:rPr lang="en-US" b="1" dirty="0" smtClean="0">
                <a:solidFill>
                  <a:srgbClr val="002060"/>
                </a:solidFill>
              </a:rPr>
              <a:t>SÎRMACHI </a:t>
            </a:r>
            <a:r>
              <a:rPr lang="en-US" b="1" dirty="0" smtClean="0">
                <a:solidFill>
                  <a:srgbClr val="002060"/>
                </a:solidFill>
              </a:rPr>
              <a:t>DARIA</a:t>
            </a:r>
            <a:endParaRPr lang="en-US" b="1" dirty="0" smtClean="0">
              <a:solidFill>
                <a:srgbClr val="002060"/>
              </a:solidFill>
            </a:endParaRPr>
          </a:p>
          <a:p>
            <a:pPr algn="ctr"/>
            <a:r>
              <a:rPr lang="en-US" b="1" dirty="0" smtClean="0">
                <a:solidFill>
                  <a:srgbClr val="002060"/>
                </a:solidFill>
              </a:rPr>
              <a:t>CLASA</a:t>
            </a:r>
            <a:r>
              <a:rPr lang="en-US" b="1" dirty="0">
                <a:solidFill>
                  <a:srgbClr val="002060"/>
                </a:solidFill>
              </a:rPr>
              <a:t>: </a:t>
            </a:r>
            <a:r>
              <a:rPr lang="en-US" b="1" dirty="0" smtClean="0">
                <a:solidFill>
                  <a:srgbClr val="002060"/>
                </a:solidFill>
              </a:rPr>
              <a:t>VI</a:t>
            </a:r>
            <a:endParaRPr lang="en-US" b="1" dirty="0">
              <a:solidFill>
                <a:srgbClr val="002060"/>
              </a:solidFill>
            </a:endParaRPr>
          </a:p>
          <a:p>
            <a:pPr algn="ctr"/>
            <a:r>
              <a:rPr lang="it-IT" b="1" dirty="0">
                <a:solidFill>
                  <a:srgbClr val="002060"/>
                </a:solidFill>
              </a:rPr>
              <a:t>PROFESOR COORDONATOR: </a:t>
            </a:r>
          </a:p>
          <a:p>
            <a:pPr algn="ctr"/>
            <a:r>
              <a:rPr lang="it-IT" b="1" dirty="0">
                <a:solidFill>
                  <a:srgbClr val="002060"/>
                </a:solidFill>
              </a:rPr>
              <a:t>IONIŢĂ  DOINA</a:t>
            </a:r>
          </a:p>
          <a:p>
            <a:pPr algn="ctr"/>
            <a:r>
              <a:rPr lang="it-IT" b="1" dirty="0">
                <a:solidFill>
                  <a:srgbClr val="002060"/>
                </a:solidFill>
              </a:rPr>
              <a:t>COLEGIUL NAŢIONAL ``CALISTRAT  HOGAŞ ``TECUCI/GALAŢI</a:t>
            </a:r>
            <a:endParaRPr lang="en-US" b="1" dirty="0">
              <a:solidFill>
                <a:srgbClr val="002060"/>
              </a:solidFill>
            </a:endParaRPr>
          </a:p>
        </p:txBody>
      </p:sp>
      <p:pic>
        <p:nvPicPr>
          <p:cNvPr id="5" name="Picture 5" descr="https://fbcdn-sphotos-c-a.akamaihd.net/hphotos-ak-xaf1/v/t1.0-9/11019416_10153167678271311_4796759545635650432_n.jpg?oh=a7e19291403f337beeb771202e453c01&amp;oe=588F7753&amp;__gda__=1485728999_09a487dfa1d2bc5a5eff5dd4718fde87"/>
          <p:cNvPicPr>
            <a:picLocks noChangeAspect="1" noChangeArrowheads="1"/>
          </p:cNvPicPr>
          <p:nvPr/>
        </p:nvPicPr>
        <p:blipFill>
          <a:blip r:embed="rId2" cstate="print"/>
          <a:srcRect/>
          <a:stretch>
            <a:fillRect/>
          </a:stretch>
        </p:blipFill>
        <p:spPr bwMode="auto">
          <a:xfrm>
            <a:off x="2667000" y="533400"/>
            <a:ext cx="3978275" cy="2590800"/>
          </a:xfrm>
          <a:prstGeom prst="ellipse">
            <a:avLst/>
          </a:prstGeom>
          <a:ln w="190500" cap="rnd">
            <a:solidFill>
              <a:srgbClr val="C8C6BD"/>
            </a:solidFill>
            <a:prstDash val="solid"/>
          </a:ln>
          <a:effectLst>
            <a:outerShdw blurRad="127000" algn="bl" rotWithShape="0">
              <a:srgbClr val="000000"/>
            </a:outerShdw>
          </a:effectLst>
          <a:scene3d>
            <a:camera prst="perspectiveFront" fov="5400000"/>
            <a:lightRig rig="threePt" dir="t">
              <a:rot lat="0" lon="0" rev="19200000"/>
            </a:lightRig>
          </a:scene3d>
          <a:sp3d extrusionH="25400">
            <a:bevelT w="304800" h="152400" prst="hardEdge"/>
            <a:extrusionClr>
              <a:srgbClr val="000000"/>
            </a:extrusionClr>
          </a:sp3d>
        </p:spPr>
      </p:pic>
    </p:spTree>
  </p:cSld>
  <p:clrMapOvr>
    <a:masterClrMapping/>
  </p:clrMapOvr>
  <p:transition spd="slow">
    <p:random/>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gradFill rotWithShape="0">
          <a:gsLst>
            <a:gs pos="0">
              <a:srgbClr val="6666FF"/>
            </a:gs>
            <a:gs pos="100000">
              <a:srgbClr val="2F2F76"/>
            </a:gs>
          </a:gsLst>
          <a:lin ang="5400000" scaled="1"/>
        </a:gradFill>
        <a:effectLst/>
      </p:bgPr>
    </p:bg>
    <p:spTree>
      <p:nvGrpSpPr>
        <p:cNvPr id="1" name=""/>
        <p:cNvGrpSpPr/>
        <p:nvPr/>
      </p:nvGrpSpPr>
      <p:grpSpPr>
        <a:xfrm>
          <a:off x="0" y="0"/>
          <a:ext cx="0" cy="0"/>
          <a:chOff x="0" y="0"/>
          <a:chExt cx="0" cy="0"/>
        </a:xfrm>
      </p:grpSpPr>
      <p:sp>
        <p:nvSpPr>
          <p:cNvPr id="4098" name="Content Placeholder 1"/>
          <p:cNvSpPr>
            <a:spLocks noGrp="1"/>
          </p:cNvSpPr>
          <p:nvPr>
            <p:ph idx="4294967295"/>
          </p:nvPr>
        </p:nvSpPr>
        <p:spPr>
          <a:xfrm>
            <a:off x="914400" y="1371600"/>
            <a:ext cx="7800975" cy="2590800"/>
          </a:xfrm>
        </p:spPr>
        <p:txBody>
          <a:bodyPr/>
          <a:lstStyle/>
          <a:p>
            <a:pPr algn="just"/>
            <a:r>
              <a:rPr lang="en-US" sz="2800" dirty="0" smtClean="0">
                <a:latin typeface="Monotype Corsiva" pitchFamily="66" charset="0"/>
              </a:rPr>
              <a:t>       </a:t>
            </a:r>
            <a:r>
              <a:rPr lang="ro-RO" sz="2800" dirty="0" smtClean="0"/>
              <a:t>Povestea </a:t>
            </a:r>
            <a:r>
              <a:rPr lang="en-US" sz="2800" dirty="0" smtClean="0"/>
              <a:t>mea </a:t>
            </a:r>
            <a:r>
              <a:rPr lang="ro-RO" sz="2800" dirty="0" smtClean="0"/>
              <a:t>începe în anul </a:t>
            </a:r>
            <a:r>
              <a:rPr lang="ro-RO" sz="2800" dirty="0" smtClean="0"/>
              <a:t>20</a:t>
            </a:r>
            <a:r>
              <a:rPr lang="en-US" sz="2800" dirty="0" smtClean="0"/>
              <a:t>14</a:t>
            </a:r>
            <a:r>
              <a:rPr lang="ro-RO" sz="2800" dirty="0" smtClean="0"/>
              <a:t>, </a:t>
            </a:r>
            <a:r>
              <a:rPr lang="ro-RO" sz="2800" dirty="0" smtClean="0"/>
              <a:t>anul în care m-am născut în oraş</a:t>
            </a:r>
            <a:r>
              <a:rPr lang="en-US" sz="2800" dirty="0" err="1" smtClean="0"/>
              <a:t>ul</a:t>
            </a:r>
            <a:r>
              <a:rPr lang="en-US" sz="2800" dirty="0" smtClean="0"/>
              <a:t> </a:t>
            </a:r>
            <a:r>
              <a:rPr lang="en-US" sz="2800" dirty="0" err="1" smtClean="0"/>
              <a:t>Tecuci</a:t>
            </a:r>
            <a:r>
              <a:rPr lang="ro-RO" sz="2800" dirty="0" smtClean="0"/>
              <a:t>. De atunci pot spune că a devenit oraşul </a:t>
            </a:r>
            <a:r>
              <a:rPr lang="en-US" sz="2800" dirty="0" err="1" smtClean="0"/>
              <a:t>sufletului</a:t>
            </a:r>
            <a:r>
              <a:rPr lang="en-US" sz="2800" dirty="0" smtClean="0"/>
              <a:t> </a:t>
            </a:r>
            <a:r>
              <a:rPr lang="en-US" sz="2800" dirty="0" err="1" smtClean="0"/>
              <a:t>meu</a:t>
            </a:r>
            <a:r>
              <a:rPr lang="ro-RO" sz="2800" dirty="0" smtClean="0"/>
              <a:t>. Totul mi se pare minunat, de la istoria oraşului, ospitalitatea locului şi a oamenilor</a:t>
            </a:r>
            <a:r>
              <a:rPr lang="en-US" sz="2800" dirty="0" smtClean="0"/>
              <a:t>,</a:t>
            </a:r>
            <a:r>
              <a:rPr lang="ro-RO" sz="2800" dirty="0" smtClean="0"/>
              <a:t>  până la arhitectură şi obiective turistice.</a:t>
            </a:r>
          </a:p>
          <a:p>
            <a:pPr algn="just"/>
            <a:r>
              <a:rPr lang="en-US" sz="2800" dirty="0" smtClean="0"/>
              <a:t>     </a:t>
            </a:r>
            <a:r>
              <a:rPr lang="ro-RO" sz="2800" dirty="0" smtClean="0"/>
              <a:t>Este un sentiment unic, care mă face să iubesc acest loc şi să-l consider oraşul meu de suflet. </a:t>
            </a:r>
          </a:p>
          <a:p>
            <a:pPr algn="just">
              <a:buFontTx/>
              <a:buNone/>
            </a:pPr>
            <a:endParaRPr lang="ro-RO" sz="2800" b="1" dirty="0" smtClean="0">
              <a:cs typeface="Tahoma" pitchFamily="34" charset="0"/>
            </a:endParaRPr>
          </a:p>
        </p:txBody>
      </p:sp>
      <p:sp>
        <p:nvSpPr>
          <p:cNvPr id="3" name="WordArt 6"/>
          <p:cNvSpPr>
            <a:spLocks noChangeArrowheads="1" noChangeShapeType="1" noTextEdit="1"/>
          </p:cNvSpPr>
          <p:nvPr/>
        </p:nvSpPr>
        <p:spPr bwMode="auto">
          <a:xfrm rot="5400000">
            <a:off x="-2024857" y="3167856"/>
            <a:ext cx="5545138" cy="428625"/>
          </a:xfrm>
          <a:prstGeom prst="rect">
            <a:avLst/>
          </a:prstGeom>
        </p:spPr>
        <p:txBody>
          <a:bodyPr vert="wordArtVert" wrap="none" fromWordArt="1">
            <a:prstTxWarp prst="textWave4">
              <a:avLst>
                <a:gd name="adj1" fmla="val 13005"/>
                <a:gd name="adj2" fmla="val 0"/>
              </a:avLst>
            </a:prstTxWarp>
          </a:bodyPr>
          <a:lstStyle/>
          <a:p>
            <a:pPr algn="ctr" fontAlgn="auto"/>
            <a:r>
              <a:rPr lang="en-US" kern="10" dirty="0">
                <a:ln w="9525">
                  <a:noFill/>
                  <a:round/>
                  <a:headEnd/>
                  <a:tailEnd/>
                </a:ln>
                <a:gradFill rotWithShape="1">
                  <a:gsLst>
                    <a:gs pos="0">
                      <a:srgbClr val="00FF00"/>
                    </a:gs>
                    <a:gs pos="100000">
                      <a:srgbClr val="00CCFF"/>
                    </a:gs>
                  </a:gsLst>
                  <a:lin ang="0" scaled="1"/>
                </a:gradFill>
                <a:effectLst>
                  <a:outerShdw dist="99190" dir="7788334" algn="ctr" rotWithShape="0">
                    <a:srgbClr val="000080">
                      <a:alpha val="79999"/>
                    </a:srgbClr>
                  </a:outerShdw>
                </a:effectLst>
                <a:latin typeface="Arial Black"/>
              </a:rPr>
              <a:t>ORASUL MEU DE SUFLET</a:t>
            </a:r>
          </a:p>
        </p:txBody>
      </p:sp>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7"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0" fill="hold"/>
                                        <p:tgtEl>
                                          <p:spTgt spid="3"/>
                                        </p:tgtEl>
                                        <p:attrNameLst>
                                          <p:attrName>ppt_x</p:attrName>
                                        </p:attrNameLst>
                                      </p:cBhvr>
                                      <p:tavLst>
                                        <p:tav tm="0">
                                          <p:val>
                                            <p:strVal val="#ppt_x"/>
                                          </p:val>
                                        </p:tav>
                                        <p:tav tm="100000">
                                          <p:val>
                                            <p:strVal val="#ppt_x"/>
                                          </p:val>
                                        </p:tav>
                                      </p:tavLst>
                                    </p:anim>
                                    <p:anim calcmode="lin" valueType="num">
                                      <p:cBhvr additive="base">
                                        <p:cTn id="8" dur="50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tile tx="0" ty="0" sx="100000" sy="100000" flip="none" algn="tl"/>
        </a:blipFill>
        <a:effectLst/>
      </p:bgPr>
    </p:bg>
    <p:spTree>
      <p:nvGrpSpPr>
        <p:cNvPr id="1" name=""/>
        <p:cNvGrpSpPr/>
        <p:nvPr/>
      </p:nvGrpSpPr>
      <p:grpSpPr>
        <a:xfrm>
          <a:off x="0" y="0"/>
          <a:ext cx="0" cy="0"/>
          <a:chOff x="0" y="0"/>
          <a:chExt cx="0" cy="0"/>
        </a:xfrm>
      </p:grpSpPr>
      <p:sp>
        <p:nvSpPr>
          <p:cNvPr id="23555" name="Rectangle 3"/>
          <p:cNvSpPr>
            <a:spLocks noGrp="1" noChangeArrowheads="1"/>
          </p:cNvSpPr>
          <p:nvPr>
            <p:ph type="body" idx="1"/>
          </p:nvPr>
        </p:nvSpPr>
        <p:spPr/>
        <p:txBody>
          <a:bodyPr/>
          <a:lstStyle/>
          <a:p>
            <a:pPr algn="just">
              <a:lnSpc>
                <a:spcPct val="90000"/>
              </a:lnSpc>
              <a:buFontTx/>
              <a:buNone/>
              <a:defRPr/>
            </a:pPr>
            <a:r>
              <a:rPr lang="en-US" sz="2800" dirty="0" smtClean="0">
                <a:solidFill>
                  <a:schemeClr val="accent6">
                    <a:lumMod val="50000"/>
                  </a:schemeClr>
                </a:solidFill>
              </a:rPr>
              <a:t>      </a:t>
            </a:r>
          </a:p>
        </p:txBody>
      </p:sp>
      <p:sp>
        <p:nvSpPr>
          <p:cNvPr id="5123" name="Dreptunghi 5"/>
          <p:cNvSpPr>
            <a:spLocks noChangeArrowheads="1"/>
          </p:cNvSpPr>
          <p:nvPr/>
        </p:nvSpPr>
        <p:spPr bwMode="auto">
          <a:xfrm>
            <a:off x="762000" y="1219200"/>
            <a:ext cx="4876800" cy="4154488"/>
          </a:xfrm>
          <a:prstGeom prst="rect">
            <a:avLst/>
          </a:prstGeom>
          <a:noFill/>
          <a:ln w="9525">
            <a:noFill/>
            <a:miter lim="800000"/>
            <a:headEnd/>
            <a:tailEnd/>
          </a:ln>
        </p:spPr>
        <p:txBody>
          <a:bodyPr>
            <a:spAutoFit/>
          </a:bodyPr>
          <a:lstStyle/>
          <a:p>
            <a:pPr algn="just"/>
            <a:r>
              <a:rPr lang="en-US" b="1">
                <a:solidFill>
                  <a:schemeClr val="bg1"/>
                </a:solidFill>
              </a:rPr>
              <a:t>      </a:t>
            </a:r>
            <a:r>
              <a:rPr lang="vi-VN" b="1">
                <a:solidFill>
                  <a:schemeClr val="bg1"/>
                </a:solidFill>
              </a:rPr>
              <a:t>Geografic, municipiul Tecuci se află așezat aproape de limita sudică a Colinelor Tutovei (14 km), la contactul cu Piemontul Poiana-Nicorești, ambele subunități ale Podișului Moldovei, la cofluența râului Bârlad cu pâraul Tecucel, aproape de valea Siretului (10 km), în cuprinsul câmpiei de terase care poartă  numele orașului, Câmpia Tecuciului.</a:t>
            </a:r>
            <a:endParaRPr lang="ro-RO" b="1">
              <a:solidFill>
                <a:schemeClr val="bg1"/>
              </a:solidFill>
            </a:endParaRPr>
          </a:p>
        </p:txBody>
      </p:sp>
      <p:pic>
        <p:nvPicPr>
          <p:cNvPr id="6148" name="Picture 7" descr="Poziția localit&amp;abreve;ții Tecuci"/>
          <p:cNvPicPr>
            <a:picLocks noChangeAspect="1" noChangeArrowheads="1"/>
          </p:cNvPicPr>
          <p:nvPr/>
        </p:nvPicPr>
        <p:blipFill>
          <a:blip r:embed="rId3" cstate="print"/>
          <a:srcRect/>
          <a:stretch>
            <a:fillRect/>
          </a:stretch>
        </p:blipFill>
        <p:spPr bwMode="auto">
          <a:xfrm>
            <a:off x="6019800" y="1905000"/>
            <a:ext cx="2533650" cy="276225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cSld>
  <p:clrMapOvr>
    <a:masterClrMapping/>
  </p:clrMapOvr>
  <p:transition spd="med">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ntr" presetSubtype="16" fill="hold" nodeType="withEffect">
                                  <p:stCondLst>
                                    <p:cond delay="0"/>
                                  </p:stCondLst>
                                  <p:childTnLst>
                                    <p:set>
                                      <p:cBhvr>
                                        <p:cTn id="6" dur="1" fill="hold">
                                          <p:stCondLst>
                                            <p:cond delay="0"/>
                                          </p:stCondLst>
                                        </p:cTn>
                                        <p:tgtEl>
                                          <p:spTgt spid="6148"/>
                                        </p:tgtEl>
                                        <p:attrNameLst>
                                          <p:attrName>style.visibility</p:attrName>
                                        </p:attrNameLst>
                                      </p:cBhvr>
                                      <p:to>
                                        <p:strVal val="visible"/>
                                      </p:to>
                                    </p:set>
                                    <p:animEffect transition="in" filter="diamond(in)">
                                      <p:cBhvr>
                                        <p:cTn id="7" dur="2000"/>
                                        <p:tgtEl>
                                          <p:spTgt spid="61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475E"/>
            </a:gs>
            <a:gs pos="50000">
              <a:schemeClr val="folHlink"/>
            </a:gs>
            <a:gs pos="100000">
              <a:srgbClr val="00475E"/>
            </a:gs>
          </a:gsLst>
          <a:lin ang="5400000" scaled="1"/>
        </a:gra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533400" y="609600"/>
            <a:ext cx="8001000" cy="838200"/>
          </a:xfrm>
        </p:spPr>
        <p:txBody>
          <a:bodyPr/>
          <a:lstStyle/>
          <a:p>
            <a:pPr algn="ctr" eaLnBrk="1" hangingPunct="1"/>
            <a:r>
              <a:rPr lang="ro-RO" sz="2400" b="1" dirty="0" smtClean="0"/>
              <a:t>"Certificatul" de naştere a</a:t>
            </a:r>
            <a:r>
              <a:rPr lang="en-US" sz="2400" b="1" dirty="0" smtClean="0"/>
              <a:t>l</a:t>
            </a:r>
            <a:r>
              <a:rPr lang="ro-RO" sz="2400" b="1" dirty="0" smtClean="0"/>
              <a:t> localităţii este o scrisoare prin care, </a:t>
            </a:r>
            <a:r>
              <a:rPr lang="ro-RO" sz="2400" b="1" dirty="0" err="1" smtClean="0"/>
              <a:t>Ilias</a:t>
            </a:r>
            <a:r>
              <a:rPr lang="ro-RO" sz="2400" b="1" dirty="0" smtClean="0"/>
              <a:t> </a:t>
            </a:r>
            <a:r>
              <a:rPr lang="ro-RO" sz="2400" b="1" dirty="0" err="1" smtClean="0"/>
              <a:t>voevod</a:t>
            </a:r>
            <a:r>
              <a:rPr lang="ro-RO" sz="2400" b="1" dirty="0" smtClean="0"/>
              <a:t> îl anunţa pe Vladislav, regele Poloniei, că s-a împăcat cu fratele său:"... Şi i-am dat iubitului nostru frate, Ştefan </a:t>
            </a:r>
            <a:r>
              <a:rPr lang="ro-RO" sz="2400" b="1" dirty="0" err="1" smtClean="0"/>
              <a:t>voevod</a:t>
            </a:r>
            <a:r>
              <a:rPr lang="ro-RO" sz="2400" b="1" dirty="0" smtClean="0"/>
              <a:t>, din ocina noastră (...) ţinutul de la Tutova şi târgul Bârladului, cu tot ocolul şi morile Covurluiului şi oraşul Tecuci, cu tot ocolul şi oltenii... Suceava, 1 septembrie 1435."</a:t>
            </a:r>
            <a:br>
              <a:rPr lang="ro-RO" sz="2400" b="1" dirty="0" smtClean="0"/>
            </a:br>
            <a:endParaRPr lang="ro-RO" sz="2400" b="1" dirty="0" smtClean="0"/>
          </a:p>
        </p:txBody>
      </p:sp>
      <p:pic>
        <p:nvPicPr>
          <p:cNvPr id="6147" name="Picture 7" descr="Stem&amp;abreve;"/>
          <p:cNvPicPr>
            <a:picLocks noChangeAspect="1" noChangeArrowheads="1"/>
          </p:cNvPicPr>
          <p:nvPr/>
        </p:nvPicPr>
        <p:blipFill>
          <a:blip r:embed="rId2"/>
          <a:srcRect/>
          <a:stretch>
            <a:fillRect/>
          </a:stretch>
        </p:blipFill>
        <p:spPr bwMode="auto">
          <a:xfrm>
            <a:off x="3733800" y="3886200"/>
            <a:ext cx="1952625" cy="2133600"/>
          </a:xfrm>
          <a:prstGeom prst="rect">
            <a:avLst/>
          </a:prstGeom>
          <a:noFill/>
          <a:ln w="9525">
            <a:noFill/>
            <a:miter lim="800000"/>
            <a:headEnd/>
            <a:tailEnd/>
          </a:ln>
        </p:spPr>
      </p:pic>
    </p:spTree>
  </p:cSld>
  <p:clrMapOvr>
    <a:masterClrMapping/>
  </p:clrMapOvr>
  <p:transition spd="slow">
    <p:random/>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0">
          <a:gsLst>
            <a:gs pos="0">
              <a:srgbClr val="5E6D76"/>
            </a:gs>
            <a:gs pos="50000">
              <a:srgbClr val="CCECFF"/>
            </a:gs>
            <a:gs pos="100000">
              <a:srgbClr val="5E6D76"/>
            </a:gs>
          </a:gsLst>
          <a:lin ang="2700000" scaled="1"/>
        </a:gradFill>
        <a:effectLst/>
      </p:bgPr>
    </p:bg>
    <p:spTree>
      <p:nvGrpSpPr>
        <p:cNvPr id="1" name=""/>
        <p:cNvGrpSpPr/>
        <p:nvPr/>
      </p:nvGrpSpPr>
      <p:grpSpPr>
        <a:xfrm>
          <a:off x="0" y="0"/>
          <a:ext cx="0" cy="0"/>
          <a:chOff x="0" y="0"/>
          <a:chExt cx="0" cy="0"/>
        </a:xfrm>
      </p:grpSpPr>
      <p:sp>
        <p:nvSpPr>
          <p:cNvPr id="4" name="WordArt 4"/>
          <p:cNvSpPr>
            <a:spLocks noGrp="1" noChangeArrowheads="1" noChangeShapeType="1" noTextEdit="1"/>
          </p:cNvSpPr>
          <p:nvPr/>
        </p:nvSpPr>
        <p:spPr bwMode="auto">
          <a:xfrm rot="5400000">
            <a:off x="-1981200" y="3124200"/>
            <a:ext cx="5791200" cy="609600"/>
          </a:xfrm>
          <a:prstGeom prst="rect">
            <a:avLst/>
          </a:prstGeom>
        </p:spPr>
        <p:txBody>
          <a:bodyPr vert="wordArtVert" wrap="none" fromWordArt="1"/>
          <a:lstStyle/>
          <a:p>
            <a:pPr algn="ctr" eaLnBrk="0" fontAlgn="auto" hangingPunct="0">
              <a:defRPr/>
            </a:pPr>
            <a:endParaRPr lang="ro-RO" sz="3600" kern="10" dirty="0">
              <a:gradFill rotWithShape="1">
                <a:gsLst>
                  <a:gs pos="0">
                    <a:srgbClr val="00FF00"/>
                  </a:gs>
                  <a:gs pos="100000">
                    <a:srgbClr val="00CCFF"/>
                  </a:gs>
                </a:gsLst>
                <a:lin ang="0" scaled="1"/>
              </a:gradFill>
              <a:effectLst>
                <a:outerShdw dist="99190" dir="7788334" algn="ctr" rotWithShape="0">
                  <a:srgbClr val="000080">
                    <a:alpha val="79999"/>
                  </a:srgbClr>
                </a:outerShdw>
              </a:effectLst>
              <a:latin typeface="Arial Black"/>
              <a:ea typeface="+mj-ea"/>
              <a:cs typeface="+mj-cs"/>
            </a:endParaRPr>
          </a:p>
        </p:txBody>
      </p:sp>
      <p:sp>
        <p:nvSpPr>
          <p:cNvPr id="5" name="Substituent conținut 4"/>
          <p:cNvSpPr>
            <a:spLocks noGrp="1"/>
          </p:cNvSpPr>
          <p:nvPr>
            <p:ph idx="1"/>
          </p:nvPr>
        </p:nvSpPr>
        <p:spPr>
          <a:xfrm>
            <a:off x="1066800" y="685800"/>
            <a:ext cx="7315200" cy="3124200"/>
          </a:xfrm>
        </p:spPr>
        <p:txBody>
          <a:bodyPr/>
          <a:lstStyle/>
          <a:p>
            <a:pPr algn="just">
              <a:buFontTx/>
              <a:buNone/>
              <a:defRPr/>
            </a:pPr>
            <a:r>
              <a:rPr lang="en-US" sz="2800" dirty="0" smtClean="0">
                <a:solidFill>
                  <a:schemeClr val="accent5">
                    <a:lumMod val="50000"/>
                  </a:schemeClr>
                </a:solidFill>
              </a:rPr>
              <a:t>     </a:t>
            </a:r>
            <a:r>
              <a:rPr lang="vi-VN" sz="2800" dirty="0" smtClean="0">
                <a:solidFill>
                  <a:srgbClr val="FF0000"/>
                </a:solidFill>
              </a:rPr>
              <a:t>Până la instaurarea </a:t>
            </a:r>
            <a:r>
              <a:rPr lang="en-US" sz="2800" dirty="0" err="1" smtClean="0">
                <a:solidFill>
                  <a:srgbClr val="FF0000"/>
                </a:solidFill>
              </a:rPr>
              <a:t>regimului</a:t>
            </a:r>
            <a:r>
              <a:rPr lang="en-US" sz="2800" dirty="0" smtClean="0">
                <a:solidFill>
                  <a:srgbClr val="FF0000"/>
                </a:solidFill>
              </a:rPr>
              <a:t> </a:t>
            </a:r>
            <a:r>
              <a:rPr lang="en-US" sz="2800" dirty="0" err="1" smtClean="0">
                <a:solidFill>
                  <a:srgbClr val="FF0000"/>
                </a:solidFill>
              </a:rPr>
              <a:t>comunist</a:t>
            </a:r>
            <a:r>
              <a:rPr lang="en-US" sz="2800" dirty="0" smtClean="0">
                <a:solidFill>
                  <a:srgbClr val="FF0000"/>
                </a:solidFill>
              </a:rPr>
              <a:t> </a:t>
            </a:r>
            <a:r>
              <a:rPr lang="vi-VN" sz="2800" dirty="0" smtClean="0">
                <a:solidFill>
                  <a:srgbClr val="FF0000"/>
                </a:solidFill>
              </a:rPr>
              <a:t>a fost reședința </a:t>
            </a:r>
            <a:r>
              <a:rPr lang="en-US" sz="2800" dirty="0" err="1" smtClean="0">
                <a:solidFill>
                  <a:srgbClr val="FF0000"/>
                </a:solidFill>
              </a:rPr>
              <a:t>jude</a:t>
            </a:r>
            <a:r>
              <a:rPr lang="vi-VN" sz="2800" dirty="0" smtClean="0">
                <a:solidFill>
                  <a:srgbClr val="FF0000"/>
                </a:solidFill>
              </a:rPr>
              <a:t>ț</a:t>
            </a:r>
            <a:r>
              <a:rPr lang="en-US" sz="2800" dirty="0" err="1" smtClean="0">
                <a:solidFill>
                  <a:srgbClr val="FF0000"/>
                </a:solidFill>
              </a:rPr>
              <a:t>ului</a:t>
            </a:r>
            <a:r>
              <a:rPr lang="en-US" sz="2800" dirty="0" smtClean="0">
                <a:solidFill>
                  <a:srgbClr val="FF0000"/>
                </a:solidFill>
              </a:rPr>
              <a:t> </a:t>
            </a:r>
            <a:r>
              <a:rPr lang="en-US" sz="2800" dirty="0" err="1" smtClean="0">
                <a:solidFill>
                  <a:srgbClr val="FF0000"/>
                </a:solidFill>
              </a:rPr>
              <a:t>Tecuci</a:t>
            </a:r>
            <a:r>
              <a:rPr lang="vi-VN" sz="2800" dirty="0" smtClean="0">
                <a:solidFill>
                  <a:srgbClr val="FF0000"/>
                </a:solidFill>
              </a:rPr>
              <a:t>. A fost declarat municipiu în anul 1968. Tot în această perioadă, Tecuciul a fost cunoscut sub numele de "Orașul Trandafirilor".</a:t>
            </a:r>
            <a:endParaRPr lang="ro-RO" sz="2800" dirty="0">
              <a:solidFill>
                <a:srgbClr val="FF0000"/>
              </a:solidFill>
            </a:endParaRPr>
          </a:p>
        </p:txBody>
      </p:sp>
      <p:pic>
        <p:nvPicPr>
          <p:cNvPr id="8196" name="Picture 7" descr="Imagini pentru tecuci parcul central"/>
          <p:cNvPicPr>
            <a:picLocks noChangeAspect="1" noChangeArrowheads="1"/>
          </p:cNvPicPr>
          <p:nvPr/>
        </p:nvPicPr>
        <p:blipFill>
          <a:blip r:embed="rId2" cstate="print"/>
          <a:srcRect/>
          <a:stretch>
            <a:fillRect/>
          </a:stretch>
        </p:blipFill>
        <p:spPr bwMode="auto">
          <a:xfrm>
            <a:off x="1600201" y="3733800"/>
            <a:ext cx="2133600" cy="1847850"/>
          </a:xfrm>
          <a:prstGeom prst="rect">
            <a:avLst/>
          </a:prstGeom>
          <a:solidFill>
            <a:srgbClr val="FFFFFF">
              <a:shade val="85000"/>
            </a:srgbClr>
          </a:solidFill>
          <a:ln w="1905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p:spPr>
      </p:pic>
      <p:pic>
        <p:nvPicPr>
          <p:cNvPr id="8197" name="Picture 9" descr="Imagini pentru tecuci parcul central"/>
          <p:cNvPicPr>
            <a:picLocks noChangeAspect="1" noChangeArrowheads="1"/>
          </p:cNvPicPr>
          <p:nvPr/>
        </p:nvPicPr>
        <p:blipFill>
          <a:blip r:embed="rId3" cstate="print"/>
          <a:srcRect/>
          <a:stretch>
            <a:fillRect/>
          </a:stretch>
        </p:blipFill>
        <p:spPr bwMode="auto">
          <a:xfrm>
            <a:off x="4953000" y="3352800"/>
            <a:ext cx="3200400" cy="2438400"/>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6" name="WordArt 6"/>
          <p:cNvSpPr>
            <a:spLocks noGrp="1" noChangeArrowheads="1" noChangeShapeType="1" noTextEdit="1"/>
          </p:cNvSpPr>
          <p:nvPr>
            <p:ph type="title"/>
          </p:nvPr>
        </p:nvSpPr>
        <p:spPr>
          <a:xfrm rot="5400000">
            <a:off x="-2209800" y="3048000"/>
            <a:ext cx="6172200" cy="838200"/>
          </a:xfrm>
        </p:spPr>
        <p:txBody>
          <a:bodyPr vert="wordArtVert" wrap="none" fromWordArt="1">
            <a:prstTxWarp prst="textWave4">
              <a:avLst>
                <a:gd name="adj1" fmla="val 13005"/>
                <a:gd name="adj2" fmla="val 0"/>
              </a:avLst>
            </a:prstTxWarp>
          </a:bodyPr>
          <a:lstStyle/>
          <a:p>
            <a:pPr algn="ctr" fontAlgn="auto">
              <a:defRPr/>
            </a:pPr>
            <a:r>
              <a:rPr lang="en-US" kern="10" dirty="0" smtClean="0">
                <a:ln w="9525">
                  <a:noFill/>
                  <a:round/>
                  <a:headEnd/>
                  <a:tailEnd/>
                </a:ln>
                <a:solidFill>
                  <a:schemeClr val="accent2">
                    <a:lumMod val="50000"/>
                  </a:schemeClr>
                </a:solidFill>
                <a:effectLst>
                  <a:outerShdw dist="99190" dir="7788334" algn="ctr" rotWithShape="0">
                    <a:srgbClr val="000080">
                      <a:alpha val="79999"/>
                    </a:srgbClr>
                  </a:outerShdw>
                </a:effectLst>
                <a:latin typeface="Arial Black"/>
              </a:rPr>
              <a:t>O</a:t>
            </a:r>
            <a:r>
              <a:rPr lang="en-US" kern="10" dirty="0" smtClean="0">
                <a:ln w="9525">
                  <a:noFill/>
                  <a:round/>
                  <a:headEnd/>
                  <a:tailEnd/>
                </a:ln>
                <a:solidFill>
                  <a:schemeClr val="accent6">
                    <a:lumMod val="50000"/>
                  </a:schemeClr>
                </a:solidFill>
                <a:effectLst>
                  <a:outerShdw dist="99190" dir="7788334" algn="ctr" rotWithShape="0">
                    <a:srgbClr val="000080">
                      <a:alpha val="79999"/>
                    </a:srgbClr>
                  </a:outerShdw>
                </a:effectLst>
                <a:latin typeface="Arial Black"/>
              </a:rPr>
              <a:t>RASUL MEU DE SUFLET</a:t>
            </a:r>
            <a:endParaRPr lang="ro-RO" kern="10" dirty="0">
              <a:ln w="9525">
                <a:noFill/>
                <a:round/>
                <a:headEnd/>
                <a:tailEnd/>
              </a:ln>
              <a:solidFill>
                <a:schemeClr val="accent6">
                  <a:lumMod val="50000"/>
                </a:schemeClr>
              </a:solidFill>
              <a:effectLst>
                <a:outerShdw dist="99190" dir="7788334" algn="ctr" rotWithShape="0">
                  <a:srgbClr val="000080">
                    <a:alpha val="79999"/>
                  </a:srgbClr>
                </a:outerShdw>
              </a:effectLst>
              <a:latin typeface="Arial Black"/>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dissolve">
                                      <p:cBhvr>
                                        <p:cTn id="7"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tile tx="0" ty="0" sx="100000" sy="100000" flip="none" algn="tl"/>
        </a:blip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762000" y="381000"/>
            <a:ext cx="8001000" cy="838200"/>
          </a:xfrm>
        </p:spPr>
        <p:txBody>
          <a:bodyPr/>
          <a:lstStyle/>
          <a:p>
            <a:r>
              <a:rPr lang="ro-RO" sz="2800" b="1" smtClean="0">
                <a:solidFill>
                  <a:srgbClr val="007434"/>
                </a:solidFill>
              </a:rPr>
              <a:t>O oază de culoare</a:t>
            </a:r>
            <a:r>
              <a:rPr lang="en-US" sz="2800" b="1" smtClean="0">
                <a:solidFill>
                  <a:srgbClr val="007434"/>
                </a:solidFill>
              </a:rPr>
              <a:t> </a:t>
            </a:r>
            <a:r>
              <a:rPr lang="ro-RO" sz="2800" b="1" smtClean="0">
                <a:solidFill>
                  <a:srgbClr val="007434"/>
                </a:solidFill>
              </a:rPr>
              <a:t>ş</a:t>
            </a:r>
            <a:r>
              <a:rPr lang="en-US" sz="2800" b="1" smtClean="0">
                <a:solidFill>
                  <a:srgbClr val="007434"/>
                </a:solidFill>
              </a:rPr>
              <a:t>i</a:t>
            </a:r>
            <a:r>
              <a:rPr lang="ro-RO" sz="2800" b="1" smtClean="0">
                <a:solidFill>
                  <a:srgbClr val="007434"/>
                </a:solidFill>
              </a:rPr>
              <a:t> lin</a:t>
            </a:r>
            <a:r>
              <a:rPr lang="en-US" sz="2800" b="1" smtClean="0">
                <a:solidFill>
                  <a:srgbClr val="007434"/>
                </a:solidFill>
              </a:rPr>
              <a:t>i</a:t>
            </a:r>
            <a:r>
              <a:rPr lang="ro-RO" sz="2800" b="1" smtClean="0">
                <a:solidFill>
                  <a:srgbClr val="007434"/>
                </a:solidFill>
              </a:rPr>
              <a:t>şte, un col</a:t>
            </a:r>
            <a:r>
              <a:rPr lang="vi-VN" sz="2800" b="1" smtClean="0">
                <a:solidFill>
                  <a:srgbClr val="007434"/>
                </a:solidFill>
              </a:rPr>
              <a:t>ț</a:t>
            </a:r>
            <a:r>
              <a:rPr lang="en-US" sz="2800" b="1" smtClean="0">
                <a:solidFill>
                  <a:srgbClr val="007434"/>
                </a:solidFill>
              </a:rPr>
              <a:t> </a:t>
            </a:r>
            <a:r>
              <a:rPr lang="ro-RO" sz="2800" b="1" smtClean="0">
                <a:solidFill>
                  <a:srgbClr val="007434"/>
                </a:solidFill>
              </a:rPr>
              <a:t>de rai</a:t>
            </a:r>
          </a:p>
        </p:txBody>
      </p:sp>
      <p:sp>
        <p:nvSpPr>
          <p:cNvPr id="24579" name="Rectangle 3"/>
          <p:cNvSpPr>
            <a:spLocks noGrp="1" noChangeArrowheads="1"/>
          </p:cNvSpPr>
          <p:nvPr>
            <p:ph type="body" idx="1"/>
          </p:nvPr>
        </p:nvSpPr>
        <p:spPr>
          <a:xfrm>
            <a:off x="228600" y="990600"/>
            <a:ext cx="4495800" cy="4648200"/>
          </a:xfrm>
        </p:spPr>
        <p:txBody>
          <a:bodyPr/>
          <a:lstStyle/>
          <a:p>
            <a:pPr algn="just">
              <a:defRPr/>
            </a:pPr>
            <a:r>
              <a:rPr lang="vi-VN" sz="2000" dirty="0" smtClean="0">
                <a:solidFill>
                  <a:schemeClr val="accent5">
                    <a:lumMod val="10000"/>
                  </a:schemeClr>
                </a:solidFill>
              </a:rPr>
              <a:t>În  Parcul Central din Tecuci se află o lungă alee, având de-o parte și de alta busturi sculptate din piatră. Ele sunt semnate de sculptorul tecucean Dan Mateescu şi au fost date comunității locale  în anul 2000.</a:t>
            </a:r>
          </a:p>
          <a:p>
            <a:pPr algn="just">
              <a:defRPr/>
            </a:pPr>
            <a:r>
              <a:rPr lang="vi-VN" sz="2000" dirty="0" smtClean="0">
                <a:solidFill>
                  <a:schemeClr val="accent5">
                    <a:lumMod val="10000"/>
                  </a:schemeClr>
                </a:solidFill>
              </a:rPr>
              <a:t>Aceste sculpturi îi reprezintă pe Costache Conachi, Ion Petrovici, Ştefan Petică, Mihail Manoilescu, Hortensia Papadat Bengescu și Iorgu Iordan. În capătul acestei alei, în zona rondoului sunt și altele mai vechi, de prin anii 1950, reprezentându-i pe Bălcescu, Eminescu,  Maxim Gorki şi Puşkin.</a:t>
            </a:r>
            <a:br>
              <a:rPr lang="vi-VN" sz="2000" dirty="0" smtClean="0">
                <a:solidFill>
                  <a:schemeClr val="accent5">
                    <a:lumMod val="10000"/>
                  </a:schemeClr>
                </a:solidFill>
              </a:rPr>
            </a:br>
            <a:endParaRPr lang="vi-VN" sz="2000" dirty="0" smtClean="0">
              <a:solidFill>
                <a:schemeClr val="accent5">
                  <a:lumMod val="10000"/>
                </a:schemeClr>
              </a:solidFill>
            </a:endParaRPr>
          </a:p>
          <a:p>
            <a:pPr algn="ctr">
              <a:lnSpc>
                <a:spcPct val="80000"/>
              </a:lnSpc>
              <a:buFontTx/>
              <a:buNone/>
              <a:defRPr/>
            </a:pPr>
            <a:endParaRPr lang="en-US" sz="2000" dirty="0" smtClean="0">
              <a:solidFill>
                <a:srgbClr val="000099"/>
              </a:solidFill>
            </a:endParaRPr>
          </a:p>
        </p:txBody>
      </p:sp>
      <p:pic>
        <p:nvPicPr>
          <p:cNvPr id="9220" name="Picture 6" descr="C:\Users\WIN 7\Desktop\Orasul meu de suflet - 2016 concurs\Aleea personalitatior-Parcul central.jpg"/>
          <p:cNvPicPr>
            <a:picLocks noChangeAspect="1" noChangeArrowheads="1"/>
          </p:cNvPicPr>
          <p:nvPr/>
        </p:nvPicPr>
        <p:blipFill>
          <a:blip r:embed="rId3" cstate="print"/>
          <a:srcRect/>
          <a:stretch>
            <a:fillRect/>
          </a:stretch>
        </p:blipFill>
        <p:spPr bwMode="auto">
          <a:xfrm>
            <a:off x="5257800" y="1524000"/>
            <a:ext cx="3276600" cy="32766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8197" name="Dreptunghi 6"/>
          <p:cNvSpPr>
            <a:spLocks noChangeArrowheads="1"/>
          </p:cNvSpPr>
          <p:nvPr/>
        </p:nvSpPr>
        <p:spPr bwMode="auto">
          <a:xfrm>
            <a:off x="4800600" y="5486400"/>
            <a:ext cx="3886200" cy="682625"/>
          </a:xfrm>
          <a:prstGeom prst="rect">
            <a:avLst/>
          </a:prstGeom>
          <a:solidFill>
            <a:srgbClr val="FFFFFF"/>
          </a:solidFill>
          <a:ln w="9525">
            <a:noFill/>
            <a:miter lim="800000"/>
            <a:headEnd/>
            <a:tailEnd/>
          </a:ln>
        </p:spPr>
        <p:txBody>
          <a:bodyPr>
            <a:spAutoFit/>
          </a:bodyPr>
          <a:lstStyle/>
          <a:p>
            <a:pPr algn="ctr">
              <a:lnSpc>
                <a:spcPct val="80000"/>
              </a:lnSpc>
            </a:pPr>
            <a:r>
              <a:rPr lang="en-US">
                <a:solidFill>
                  <a:schemeClr val="bg1"/>
                </a:solidFill>
                <a:hlinkClick r:id="rId4"/>
              </a:rPr>
              <a:t>https://www.youtube.com/watch?v=1NEA3koBXiY</a:t>
            </a:r>
            <a:endParaRPr lang="en-US">
              <a:solidFill>
                <a:schemeClr val="bg1"/>
              </a:solidFill>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withEffect">
                                  <p:stCondLst>
                                    <p:cond delay="0"/>
                                  </p:stCondLst>
                                  <p:childTnLst>
                                    <p:set>
                                      <p:cBhvr>
                                        <p:cTn id="6" dur="1" fill="hold">
                                          <p:stCondLst>
                                            <p:cond delay="0"/>
                                          </p:stCondLst>
                                        </p:cTn>
                                        <p:tgtEl>
                                          <p:spTgt spid="9220"/>
                                        </p:tgtEl>
                                        <p:attrNameLst>
                                          <p:attrName>style.visibility</p:attrName>
                                        </p:attrNameLst>
                                      </p:cBhvr>
                                      <p:to>
                                        <p:strVal val="visible"/>
                                      </p:to>
                                    </p:set>
                                    <p:animEffect transition="in" filter="box(in)">
                                      <p:cBhvr>
                                        <p:cTn id="7" dur="2000"/>
                                        <p:tgtEl>
                                          <p:spTgt spid="9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0">
          <a:gsLst>
            <a:gs pos="0">
              <a:srgbClr val="5E9EFF"/>
            </a:gs>
            <a:gs pos="39999">
              <a:srgbClr val="85C2FF"/>
            </a:gs>
            <a:gs pos="70000">
              <a:srgbClr val="C4D6EB"/>
            </a:gs>
            <a:gs pos="100000">
              <a:srgbClr val="FFEBFA"/>
            </a:gs>
          </a:gsLst>
          <a:lin ang="5400000"/>
        </a:gradFill>
        <a:effectLst/>
      </p:bgPr>
    </p:bg>
    <p:spTree>
      <p:nvGrpSpPr>
        <p:cNvPr id="1" name=""/>
        <p:cNvGrpSpPr/>
        <p:nvPr/>
      </p:nvGrpSpPr>
      <p:grpSpPr>
        <a:xfrm>
          <a:off x="0" y="0"/>
          <a:ext cx="0" cy="0"/>
          <a:chOff x="0" y="0"/>
          <a:chExt cx="0" cy="0"/>
        </a:xfrm>
      </p:grpSpPr>
      <p:pic>
        <p:nvPicPr>
          <p:cNvPr id="10244" name="Picture 7" descr="C:\Users\WIN 7\Desktop\10406924_667381160022939_2103436467169759930_n.jpg"/>
          <p:cNvPicPr>
            <a:picLocks noChangeAspect="1" noChangeArrowheads="1"/>
          </p:cNvPicPr>
          <p:nvPr/>
        </p:nvPicPr>
        <p:blipFill>
          <a:blip r:embed="rId2" cstate="print"/>
          <a:srcRect/>
          <a:stretch>
            <a:fillRect/>
          </a:stretch>
        </p:blipFill>
        <p:spPr bwMode="auto">
          <a:xfrm>
            <a:off x="3886200" y="990600"/>
            <a:ext cx="2190750" cy="28956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45" name="Picture 8" descr="C:\Users\WIN 7\Desktop\10425093_667381046689617_8817587179932091290_n.jpg"/>
          <p:cNvPicPr>
            <a:picLocks noChangeAspect="1" noChangeArrowheads="1"/>
          </p:cNvPicPr>
          <p:nvPr/>
        </p:nvPicPr>
        <p:blipFill>
          <a:blip r:embed="rId3" cstate="print"/>
          <a:srcRect/>
          <a:stretch>
            <a:fillRect/>
          </a:stretch>
        </p:blipFill>
        <p:spPr bwMode="auto">
          <a:xfrm>
            <a:off x="838200" y="1066800"/>
            <a:ext cx="2400300" cy="30480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0246" name="Picture 9" descr="C:\Users\WIN 7\Desktop\10478599_667380353356353_6279170137734433843_n.jpg"/>
          <p:cNvPicPr>
            <a:picLocks noChangeAspect="1" noChangeArrowheads="1"/>
          </p:cNvPicPr>
          <p:nvPr/>
        </p:nvPicPr>
        <p:blipFill>
          <a:blip r:embed="rId4" cstate="print"/>
          <a:srcRect/>
          <a:stretch>
            <a:fillRect/>
          </a:stretch>
        </p:blipFill>
        <p:spPr bwMode="auto">
          <a:xfrm>
            <a:off x="6172200" y="1905000"/>
            <a:ext cx="2514600" cy="3352800"/>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10247" name="Picture 10" descr="C:\Users\WIN 7\Desktop\Orasul meu de suflet - 2016 concurs\Parfumul teilor-parcul central.jpg"/>
          <p:cNvPicPr>
            <a:picLocks noChangeAspect="1" noChangeArrowheads="1"/>
          </p:cNvPicPr>
          <p:nvPr/>
        </p:nvPicPr>
        <p:blipFill>
          <a:blip r:embed="rId5" cstate="print"/>
          <a:srcRect/>
          <a:stretch>
            <a:fillRect/>
          </a:stretch>
        </p:blipFill>
        <p:spPr bwMode="auto">
          <a:xfrm>
            <a:off x="1676400" y="3962400"/>
            <a:ext cx="3505200" cy="2133600"/>
          </a:xfrm>
          <a:prstGeom prst="snip2DiagRect">
            <a:avLst/>
          </a:prstGeom>
          <a:solidFill>
            <a:srgbClr val="FFFFFF">
              <a:shade val="85000"/>
            </a:srgbClr>
          </a:solidFill>
          <a:ln w="88900" cap="sq">
            <a:solidFill>
              <a:srgbClr val="FFFFFF"/>
            </a:solidFill>
            <a:miter lim="800000"/>
          </a:ln>
          <a:effectLst>
            <a:outerShdw blurRad="88900" algn="tl" rotWithShape="0">
              <a:srgbClr val="000000">
                <a:alpha val="45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10247"/>
                                        </p:tgtEl>
                                        <p:attrNameLst>
                                          <p:attrName>style.visibility</p:attrName>
                                        </p:attrNameLst>
                                      </p:cBhvr>
                                      <p:to>
                                        <p:strVal val="visible"/>
                                      </p:to>
                                    </p:set>
                                    <p:animEffect transition="in" filter="dissolve">
                                      <p:cBhvr>
                                        <p:cTn id="7" dur="2000"/>
                                        <p:tgtEl>
                                          <p:spTgt spid="102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tile tx="0" ty="0" sx="100000" sy="100000" flip="none" algn="tl"/>
        </a:blipFill>
        <a:effectLst/>
      </p:bgPr>
    </p:bg>
    <p:spTree>
      <p:nvGrpSpPr>
        <p:cNvPr id="1" name=""/>
        <p:cNvGrpSpPr/>
        <p:nvPr/>
      </p:nvGrpSpPr>
      <p:grpSpPr>
        <a:xfrm>
          <a:off x="0" y="0"/>
          <a:ext cx="0" cy="0"/>
          <a:chOff x="0" y="0"/>
          <a:chExt cx="0" cy="0"/>
        </a:xfrm>
      </p:grpSpPr>
      <p:sp>
        <p:nvSpPr>
          <p:cNvPr id="10244" name="Titlu 7"/>
          <p:cNvSpPr>
            <a:spLocks noGrp="1"/>
          </p:cNvSpPr>
          <p:nvPr>
            <p:ph type="title"/>
          </p:nvPr>
        </p:nvSpPr>
        <p:spPr>
          <a:xfrm>
            <a:off x="609600" y="381000"/>
            <a:ext cx="8001000" cy="609600"/>
          </a:xfrm>
        </p:spPr>
        <p:txBody>
          <a:bodyPr/>
          <a:lstStyle/>
          <a:p>
            <a:pPr algn="just"/>
            <a:r>
              <a:rPr lang="en-US" sz="2400" b="1" smtClean="0">
                <a:solidFill>
                  <a:srgbClr val="FF0000"/>
                </a:solidFill>
              </a:rPr>
              <a:t>Podoaba bisericilor </a:t>
            </a:r>
            <a:r>
              <a:rPr lang="en-US" sz="2400" b="1" smtClean="0">
                <a:solidFill>
                  <a:srgbClr val="FF6600"/>
                </a:solidFill>
              </a:rPr>
              <a:t>din or</a:t>
            </a:r>
            <a:r>
              <a:rPr lang="en-US" sz="2400" b="1" smtClean="0">
                <a:solidFill>
                  <a:srgbClr val="FF0000"/>
                </a:solidFill>
              </a:rPr>
              <a:t>a</a:t>
            </a:r>
            <a:r>
              <a:rPr lang="vi-VN" sz="2400" b="1" smtClean="0">
                <a:solidFill>
                  <a:srgbClr val="FF0000"/>
                </a:solidFill>
              </a:rPr>
              <a:t>ş</a:t>
            </a:r>
            <a:r>
              <a:rPr lang="en-US" sz="2400" b="1" smtClean="0">
                <a:solidFill>
                  <a:srgbClr val="FF0000"/>
                </a:solidFill>
              </a:rPr>
              <a:t> </a:t>
            </a:r>
            <a:r>
              <a:rPr lang="en-US" sz="2400" b="1" smtClean="0">
                <a:solidFill>
                  <a:srgbClr val="FF6600"/>
                </a:solidFill>
              </a:rPr>
              <a:t>- Catedrala</a:t>
            </a:r>
            <a:br>
              <a:rPr lang="en-US" sz="2400" b="1" smtClean="0">
                <a:solidFill>
                  <a:srgbClr val="FF6600"/>
                </a:solidFill>
              </a:rPr>
            </a:br>
            <a:r>
              <a:rPr lang="en-US" sz="2400" b="1" smtClean="0">
                <a:solidFill>
                  <a:schemeClr val="bg1"/>
                </a:solidFill>
              </a:rPr>
              <a:t/>
            </a:r>
            <a:br>
              <a:rPr lang="en-US" sz="2400" b="1" smtClean="0">
                <a:solidFill>
                  <a:schemeClr val="bg1"/>
                </a:solidFill>
              </a:rPr>
            </a:br>
            <a:r>
              <a:rPr lang="en-US" sz="2400" b="1" smtClean="0">
                <a:solidFill>
                  <a:schemeClr val="bg1"/>
                </a:solidFill>
              </a:rPr>
              <a:t>     </a:t>
            </a:r>
            <a:r>
              <a:rPr lang="vi-VN" sz="2400" b="1" smtClean="0">
                <a:solidFill>
                  <a:schemeClr val="bg1"/>
                </a:solidFill>
              </a:rPr>
              <a:t>Renovată, restaurată, împodobită şi înfrumuseţată pentru resfinţire, Catedrala din Tecuci cu hramul "Sfântul Gheorghe" primeşte  veşmântul cel nou al harului. Ocrotitorul catedralei a fost ales drept patron spiritual al municipiului Tecuci în anul 1995, fiind confirmat, după ani de umbră comunistă, rolul central al catedralei în toate activităţile spiritual-culturale ale oraşului. </a:t>
            </a:r>
            <a:endParaRPr lang="ro-RO" sz="2400" smtClean="0">
              <a:solidFill>
                <a:schemeClr val="bg1"/>
              </a:solidFill>
            </a:endParaRPr>
          </a:p>
        </p:txBody>
      </p:sp>
      <p:pic>
        <p:nvPicPr>
          <p:cNvPr id="11269" name="Picture 7" descr="Imagini pentru catedrala tecuci"/>
          <p:cNvPicPr>
            <a:picLocks noChangeAspect="1" noChangeArrowheads="1"/>
          </p:cNvPicPr>
          <p:nvPr/>
        </p:nvPicPr>
        <p:blipFill>
          <a:blip r:embed="rId3" cstate="print"/>
          <a:srcRect/>
          <a:stretch>
            <a:fillRect/>
          </a:stretch>
        </p:blipFill>
        <p:spPr bwMode="auto">
          <a:xfrm>
            <a:off x="3048000" y="4114800"/>
            <a:ext cx="3429000" cy="2057400"/>
          </a:xfrm>
          <a:prstGeom prst="rect">
            <a:avLst/>
          </a:prstGeom>
          <a:ln>
            <a:noFill/>
          </a:ln>
          <a:effectLst>
            <a:softEdge rad="112500"/>
          </a:effectLst>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nodeType="withEffect">
                                  <p:stCondLst>
                                    <p:cond delay="0"/>
                                  </p:stCondLst>
                                  <p:childTnLst>
                                    <p:set>
                                      <p:cBhvr>
                                        <p:cTn id="6" dur="1" fill="hold">
                                          <p:stCondLst>
                                            <p:cond delay="0"/>
                                          </p:stCondLst>
                                        </p:cTn>
                                        <p:tgtEl>
                                          <p:spTgt spid="11269"/>
                                        </p:tgtEl>
                                        <p:attrNameLst>
                                          <p:attrName>style.visibility</p:attrName>
                                        </p:attrNameLst>
                                      </p:cBhvr>
                                      <p:to>
                                        <p:strVal val="visible"/>
                                      </p:to>
                                    </p:set>
                                    <p:animEffect transition="in" filter="circle(in)">
                                      <p:cBhvr>
                                        <p:cTn id="7" dur="2000"/>
                                        <p:tgtEl>
                                          <p:spTgt spid="112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0">
          <a:gsLst>
            <a:gs pos="0">
              <a:srgbClr val="97B8FF"/>
            </a:gs>
            <a:gs pos="50000">
              <a:srgbClr val="BFD2FF"/>
            </a:gs>
            <a:gs pos="100000">
              <a:srgbClr val="DFE8FF"/>
            </a:gs>
          </a:gsLst>
          <a:lin ang="5400000"/>
        </a:gradFill>
        <a:effectLst/>
      </p:bgPr>
    </p:bg>
    <p:spTree>
      <p:nvGrpSpPr>
        <p:cNvPr id="1" name=""/>
        <p:cNvGrpSpPr/>
        <p:nvPr/>
      </p:nvGrpSpPr>
      <p:grpSpPr>
        <a:xfrm>
          <a:off x="0" y="0"/>
          <a:ext cx="0" cy="0"/>
          <a:chOff x="0" y="0"/>
          <a:chExt cx="0" cy="0"/>
        </a:xfrm>
      </p:grpSpPr>
      <p:sp>
        <p:nvSpPr>
          <p:cNvPr id="11267" name="Rectangle 3"/>
          <p:cNvSpPr>
            <a:spLocks noGrp="1" noChangeArrowheads="1"/>
          </p:cNvSpPr>
          <p:nvPr>
            <p:ph type="body" idx="1"/>
          </p:nvPr>
        </p:nvSpPr>
        <p:spPr>
          <a:xfrm>
            <a:off x="457200" y="1219200"/>
            <a:ext cx="4343400" cy="5105400"/>
          </a:xfrm>
        </p:spPr>
        <p:txBody>
          <a:bodyPr/>
          <a:lstStyle/>
          <a:p>
            <a:pPr algn="just" eaLnBrk="1" hangingPunct="1">
              <a:lnSpc>
                <a:spcPct val="80000"/>
              </a:lnSpc>
              <a:buFontTx/>
              <a:buNone/>
            </a:pPr>
            <a:r>
              <a:rPr lang="en-US" sz="1600" smtClean="0"/>
              <a:t>       </a:t>
            </a:r>
            <a:endParaRPr lang="en-US" sz="1600" b="1" smtClean="0">
              <a:solidFill>
                <a:srgbClr val="FFFF99"/>
              </a:solidFill>
            </a:endParaRPr>
          </a:p>
        </p:txBody>
      </p:sp>
      <p:pic>
        <p:nvPicPr>
          <p:cNvPr id="12292" name="Picture 6" descr="Imagini pentru catedrala tecuci"/>
          <p:cNvPicPr>
            <a:picLocks noChangeAspect="1" noChangeArrowheads="1"/>
          </p:cNvPicPr>
          <p:nvPr/>
        </p:nvPicPr>
        <p:blipFill>
          <a:blip r:embed="rId2" cstate="print"/>
          <a:srcRect/>
          <a:stretch>
            <a:fillRect/>
          </a:stretch>
        </p:blipFill>
        <p:spPr bwMode="auto">
          <a:xfrm>
            <a:off x="609600" y="2057400"/>
            <a:ext cx="2514600" cy="3086100"/>
          </a:xfrm>
          <a:prstGeom prst="ellipse">
            <a:avLst/>
          </a:prstGeom>
          <a:ln>
            <a:noFill/>
          </a:ln>
          <a:effectLst>
            <a:softEdge rad="112500"/>
          </a:effectLst>
        </p:spPr>
      </p:pic>
      <p:pic>
        <p:nvPicPr>
          <p:cNvPr id="12293" name="Picture 8" descr="Imagini pentru catedrala tecuci"/>
          <p:cNvPicPr>
            <a:picLocks noChangeAspect="1" noChangeArrowheads="1"/>
          </p:cNvPicPr>
          <p:nvPr/>
        </p:nvPicPr>
        <p:blipFill>
          <a:blip r:embed="rId3" cstate="print"/>
          <a:srcRect/>
          <a:stretch>
            <a:fillRect/>
          </a:stretch>
        </p:blipFill>
        <p:spPr bwMode="auto">
          <a:xfrm>
            <a:off x="3733800" y="1066800"/>
            <a:ext cx="4524375" cy="44958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transition spd="slow">
    <p:random/>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66CCFF"/>
        </a:solidFill>
        <a:effectLst/>
      </p:bgPr>
    </p:bg>
    <p:spTree>
      <p:nvGrpSpPr>
        <p:cNvPr id="1" name=""/>
        <p:cNvGrpSpPr/>
        <p:nvPr/>
      </p:nvGrpSpPr>
      <p:grpSpPr>
        <a:xfrm>
          <a:off x="0" y="0"/>
          <a:ext cx="0" cy="0"/>
          <a:chOff x="0" y="0"/>
          <a:chExt cx="0" cy="0"/>
        </a:xfrm>
      </p:grpSpPr>
      <p:pic>
        <p:nvPicPr>
          <p:cNvPr id="13315" name="Picture 6" descr="C:\Users\WIN 7\Desktop\Orasul meu de suflet - 2016 concurs\39284413.jpg"/>
          <p:cNvPicPr>
            <a:picLocks noGrp="1" noChangeAspect="1" noChangeArrowheads="1"/>
          </p:cNvPicPr>
          <p:nvPr>
            <p:ph idx="1"/>
          </p:nvPr>
        </p:nvPicPr>
        <p:blipFill>
          <a:blip r:embed="rId2" cstate="print"/>
          <a:srcRect/>
          <a:stretch>
            <a:fillRect/>
          </a:stretch>
        </p:blipFill>
        <p:spPr>
          <a:xfrm>
            <a:off x="2209800" y="1219200"/>
            <a:ext cx="5791200" cy="4267200"/>
          </a:xfrm>
          <a:prstGeom prst="roundRect">
            <a:avLst>
              <a:gd name="adj" fmla="val 16667"/>
            </a:avLst>
          </a:prstGeom>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
        <p:nvSpPr>
          <p:cNvPr id="4" name="WordArt 6"/>
          <p:cNvSpPr txBox="1">
            <a:spLocks noChangeArrowheads="1" noChangeShapeType="1" noTextEdit="1"/>
          </p:cNvSpPr>
          <p:nvPr/>
        </p:nvSpPr>
        <p:spPr bwMode="auto">
          <a:xfrm rot="5400000">
            <a:off x="-1943100" y="3009900"/>
            <a:ext cx="6248400" cy="838200"/>
          </a:xfrm>
          <a:prstGeom prst="rect">
            <a:avLst/>
          </a:prstGeom>
          <a:noFill/>
          <a:ln w="9525">
            <a:noFill/>
            <a:miter lim="800000"/>
            <a:headEnd/>
            <a:tailEnd/>
          </a:ln>
        </p:spPr>
        <p:txBody>
          <a:bodyPr vert="wordArtVert" wrap="none" fromWordArt="1">
            <a:prstTxWarp prst="textWave4">
              <a:avLst>
                <a:gd name="adj1" fmla="val 13005"/>
                <a:gd name="adj2" fmla="val 0"/>
              </a:avLst>
            </a:prstTxWarp>
          </a:bodyPr>
          <a:lstStyle/>
          <a:p>
            <a:pPr algn="ctr" eaLnBrk="0" fontAlgn="auto" hangingPunct="0">
              <a:defRPr/>
            </a:pPr>
            <a:r>
              <a:rPr lang="en-US" sz="3600" kern="10" dirty="0">
                <a:ln w="9525">
                  <a:noFill/>
                  <a:round/>
                  <a:headEnd/>
                  <a:tailEnd/>
                </a:ln>
                <a:solidFill>
                  <a:schemeClr val="accent2">
                    <a:lumMod val="50000"/>
                  </a:schemeClr>
                </a:solidFill>
                <a:effectLst>
                  <a:outerShdw dist="99190" dir="7788334" algn="ctr" rotWithShape="0">
                    <a:srgbClr val="000080">
                      <a:alpha val="79999"/>
                    </a:srgbClr>
                  </a:outerShdw>
                </a:effectLst>
                <a:latin typeface="Arial Black"/>
                <a:ea typeface="+mj-ea"/>
                <a:cs typeface="+mj-cs"/>
              </a:rPr>
              <a:t>O</a:t>
            </a:r>
            <a:r>
              <a:rPr lang="en-US" sz="3600" kern="10" dirty="0">
                <a:ln w="9525">
                  <a:noFill/>
                  <a:round/>
                  <a:headEnd/>
                  <a:tailEnd/>
                </a:ln>
                <a:solidFill>
                  <a:schemeClr val="accent6">
                    <a:lumMod val="50000"/>
                  </a:schemeClr>
                </a:solidFill>
                <a:effectLst>
                  <a:outerShdw dist="99190" dir="7788334" algn="ctr" rotWithShape="0">
                    <a:srgbClr val="000080">
                      <a:alpha val="79999"/>
                    </a:srgbClr>
                  </a:outerShdw>
                </a:effectLst>
                <a:latin typeface="Arial Black"/>
                <a:ea typeface="+mj-ea"/>
                <a:cs typeface="+mj-cs"/>
              </a:rPr>
              <a:t>RASUL MEU DE SUFLET</a:t>
            </a:r>
            <a:endParaRPr lang="ro-RO" sz="3600" kern="10" dirty="0">
              <a:ln w="9525">
                <a:noFill/>
                <a:round/>
                <a:headEnd/>
                <a:tailEnd/>
              </a:ln>
              <a:solidFill>
                <a:schemeClr val="accent6">
                  <a:lumMod val="50000"/>
                </a:schemeClr>
              </a:solidFill>
              <a:effectLst>
                <a:outerShdw dist="99190" dir="7788334" algn="ctr" rotWithShape="0">
                  <a:srgbClr val="000080">
                    <a:alpha val="79999"/>
                  </a:srgbClr>
                </a:outerShdw>
              </a:effectLst>
              <a:latin typeface="Arial Black"/>
              <a:ea typeface="+mj-ea"/>
              <a:cs typeface="+mj-cs"/>
            </a:endParaRP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7" presetClass="entr" presetSubtype="4" fill="hold" nodeType="with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0" fill="hold"/>
                                        <p:tgtEl>
                                          <p:spTgt spid="4"/>
                                        </p:tgtEl>
                                        <p:attrNameLst>
                                          <p:attrName>ppt_x</p:attrName>
                                        </p:attrNameLst>
                                      </p:cBhvr>
                                      <p:tavLst>
                                        <p:tav tm="0">
                                          <p:val>
                                            <p:strVal val="#ppt_x"/>
                                          </p:val>
                                        </p:tav>
                                        <p:tav tm="100000">
                                          <p:val>
                                            <p:strVal val="#ppt_x"/>
                                          </p:val>
                                        </p:tav>
                                      </p:tavLst>
                                    </p:anim>
                                    <p:anim calcmode="lin" valueType="num">
                                      <p:cBhvr additive="base">
                                        <p:cTn id="8" dur="50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0">
          <a:blip r:embed="rId2"/>
          <a:srcRect/>
          <a:tile tx="0" ty="0" sx="100000" sy="100000" flip="none" algn="tl"/>
        </a:blipFill>
        <a:effectLst/>
      </p:bgPr>
    </p:bg>
    <p:spTree>
      <p:nvGrpSpPr>
        <p:cNvPr id="1" name=""/>
        <p:cNvGrpSpPr/>
        <p:nvPr/>
      </p:nvGrpSpPr>
      <p:grpSpPr>
        <a:xfrm>
          <a:off x="0" y="0"/>
          <a:ext cx="0" cy="0"/>
          <a:chOff x="0" y="0"/>
          <a:chExt cx="0" cy="0"/>
        </a:xfrm>
      </p:grpSpPr>
      <p:sp>
        <p:nvSpPr>
          <p:cNvPr id="13315" name="Dreptunghi 3"/>
          <p:cNvSpPr>
            <a:spLocks noChangeArrowheads="1"/>
          </p:cNvSpPr>
          <p:nvPr/>
        </p:nvSpPr>
        <p:spPr bwMode="auto">
          <a:xfrm>
            <a:off x="457200" y="533400"/>
            <a:ext cx="4572000" cy="3046413"/>
          </a:xfrm>
          <a:prstGeom prst="rect">
            <a:avLst/>
          </a:prstGeom>
          <a:noFill/>
          <a:ln w="9525">
            <a:noFill/>
            <a:miter lim="800000"/>
            <a:headEnd/>
            <a:tailEnd/>
          </a:ln>
        </p:spPr>
        <p:txBody>
          <a:bodyPr>
            <a:spAutoFit/>
          </a:bodyPr>
          <a:lstStyle/>
          <a:p>
            <a:r>
              <a:rPr lang="en-US" b="1">
                <a:solidFill>
                  <a:schemeClr val="bg1"/>
                </a:solidFill>
              </a:rPr>
              <a:t>    </a:t>
            </a:r>
            <a:r>
              <a:rPr lang="vi-VN" b="1">
                <a:solidFill>
                  <a:schemeClr val="bg1"/>
                </a:solidFill>
              </a:rPr>
              <a:t>Muzeul de Istorie „Teodor Cincu"</a:t>
            </a:r>
            <a:r>
              <a:rPr lang="vi-VN">
                <a:solidFill>
                  <a:schemeClr val="bg1"/>
                </a:solidFill>
              </a:rPr>
              <a:t> este un muzeu de arheologie, artă plastică și numismatică din </a:t>
            </a:r>
            <a:r>
              <a:rPr lang="en-US">
                <a:solidFill>
                  <a:schemeClr val="bg1"/>
                </a:solidFill>
              </a:rPr>
              <a:t>Tecuci</a:t>
            </a:r>
            <a:r>
              <a:rPr lang="vi-VN">
                <a:solidFill>
                  <a:schemeClr val="bg1"/>
                </a:solidFill>
              </a:rPr>
              <a:t>.</a:t>
            </a:r>
            <a:endParaRPr lang="en-US">
              <a:solidFill>
                <a:schemeClr val="bg1"/>
              </a:solidFill>
            </a:endParaRPr>
          </a:p>
          <a:p>
            <a:r>
              <a:rPr lang="en-US">
                <a:solidFill>
                  <a:schemeClr val="bg1"/>
                </a:solidFill>
              </a:rPr>
              <a:t>   </a:t>
            </a:r>
            <a:r>
              <a:rPr lang="vi-VN">
                <a:solidFill>
                  <a:schemeClr val="bg1"/>
                </a:solidFill>
              </a:rPr>
              <a:t> Muzeul deține cea mai însemnată parte a patrimoniului arheologic descoperit la Poiana, cetatea antică Piroboridava. </a:t>
            </a:r>
            <a:r>
              <a:rPr lang="vi-VN" baseline="30000">
                <a:solidFill>
                  <a:schemeClr val="bg1"/>
                </a:solidFill>
                <a:hlinkClick r:id="rId3"/>
              </a:rPr>
              <a:t>[</a:t>
            </a:r>
            <a:endParaRPr lang="ro-RO">
              <a:solidFill>
                <a:schemeClr val="bg1"/>
              </a:solidFill>
            </a:endParaRPr>
          </a:p>
        </p:txBody>
      </p:sp>
      <p:pic>
        <p:nvPicPr>
          <p:cNvPr id="14340" name="Picture 5" descr="Imagini pentru muzeul mixt tecuci"/>
          <p:cNvPicPr>
            <a:picLocks noChangeAspect="1" noChangeArrowheads="1"/>
          </p:cNvPicPr>
          <p:nvPr/>
        </p:nvPicPr>
        <p:blipFill>
          <a:blip r:embed="rId4" cstate="print"/>
          <a:srcRect/>
          <a:stretch>
            <a:fillRect/>
          </a:stretch>
        </p:blipFill>
        <p:spPr bwMode="auto">
          <a:xfrm>
            <a:off x="5410200" y="990600"/>
            <a:ext cx="2847975" cy="12192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4341" name="Picture 7" descr="Imagini pentru muzeul mixt tecuci"/>
          <p:cNvPicPr>
            <a:picLocks noChangeAspect="1" noChangeArrowheads="1"/>
          </p:cNvPicPr>
          <p:nvPr/>
        </p:nvPicPr>
        <p:blipFill>
          <a:blip r:embed="rId5" cstate="print"/>
          <a:srcRect/>
          <a:stretch>
            <a:fillRect/>
          </a:stretch>
        </p:blipFill>
        <p:spPr bwMode="auto">
          <a:xfrm>
            <a:off x="1524000" y="3810000"/>
            <a:ext cx="2590800" cy="205740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pic>
        <p:nvPicPr>
          <p:cNvPr id="14342" name="Picture 9" descr="Imagini pentru muzeul mixt tecuci"/>
          <p:cNvPicPr>
            <a:picLocks noChangeAspect="1" noChangeArrowheads="1"/>
          </p:cNvPicPr>
          <p:nvPr/>
        </p:nvPicPr>
        <p:blipFill>
          <a:blip r:embed="rId6" cstate="print"/>
          <a:srcRect/>
          <a:stretch>
            <a:fillRect/>
          </a:stretch>
        </p:blipFill>
        <p:spPr bwMode="auto">
          <a:xfrm>
            <a:off x="5638800" y="2743200"/>
            <a:ext cx="2409825" cy="30099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14342"/>
                                        </p:tgtEl>
                                        <p:attrNameLst>
                                          <p:attrName>style.visibility</p:attrName>
                                        </p:attrNameLst>
                                      </p:cBhvr>
                                      <p:to>
                                        <p:strVal val="visible"/>
                                      </p:to>
                                    </p:set>
                                    <p:animEffect transition="in" filter="dissolve">
                                      <p:cBhvr>
                                        <p:cTn id="7" dur="2000"/>
                                        <p:tgtEl>
                                          <p:spTgt spid="143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shadeToTitle="1">
        <a:gradFill rotWithShape="0">
          <a:gsLst>
            <a:gs pos="0">
              <a:srgbClr val="99CCFF"/>
            </a:gs>
            <a:gs pos="100000">
              <a:srgbClr val="000066"/>
            </a:gs>
          </a:gsLst>
          <a:path path="shape">
            <a:fillToRect l="50000" t="50000" r="50000" b="50000"/>
          </a:path>
        </a:gra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ro-RO" sz="3200" b="1" dirty="0" err="1" smtClean="0">
                <a:solidFill>
                  <a:srgbClr val="0038DC"/>
                </a:solidFill>
              </a:rPr>
              <a:t>Tradiţie-educaţie-cultură</a:t>
            </a:r>
            <a:r>
              <a:rPr lang="ro-RO" sz="3200" b="1" dirty="0" smtClean="0">
                <a:solidFill>
                  <a:srgbClr val="0038DC"/>
                </a:solidFill>
              </a:rPr>
              <a:t/>
            </a:r>
            <a:br>
              <a:rPr lang="ro-RO" sz="3200" b="1" dirty="0" smtClean="0">
                <a:solidFill>
                  <a:srgbClr val="0038DC"/>
                </a:solidFill>
              </a:rPr>
            </a:br>
            <a:endParaRPr lang="ro-RO" sz="3200" b="1" dirty="0" smtClean="0">
              <a:solidFill>
                <a:srgbClr val="0038DC"/>
              </a:solidFill>
            </a:endParaRPr>
          </a:p>
        </p:txBody>
      </p:sp>
      <p:sp>
        <p:nvSpPr>
          <p:cNvPr id="15363" name="Substituent conținut 7"/>
          <p:cNvSpPr>
            <a:spLocks noGrp="1"/>
          </p:cNvSpPr>
          <p:nvPr>
            <p:ph idx="1"/>
          </p:nvPr>
        </p:nvSpPr>
        <p:spPr>
          <a:xfrm>
            <a:off x="685800" y="914400"/>
            <a:ext cx="7772400" cy="3352800"/>
          </a:xfrm>
        </p:spPr>
        <p:txBody>
          <a:bodyPr/>
          <a:lstStyle/>
          <a:p>
            <a:pPr>
              <a:defRPr/>
            </a:pPr>
            <a:r>
              <a:rPr lang="vi-VN" sz="2400" b="1" dirty="0" smtClean="0">
                <a:solidFill>
                  <a:schemeClr val="accent5">
                    <a:lumMod val="25000"/>
                  </a:schemeClr>
                </a:solidFill>
              </a:rPr>
              <a:t>Casa de Cultură </a:t>
            </a:r>
            <a:r>
              <a:rPr lang="vi-VN" sz="2400" dirty="0" smtClean="0">
                <a:solidFill>
                  <a:schemeClr val="accent5">
                    <a:lumMod val="25000"/>
                  </a:schemeClr>
                </a:solidFill>
              </a:rPr>
              <a:t>a fost înființată în anul 1953, menirea sa fiind aceea de a contribui la „răspândirea  culturii și artei în rândul maselor  de oameni ai muncii”</a:t>
            </a:r>
          </a:p>
          <a:p>
            <a:pPr>
              <a:defRPr/>
            </a:pPr>
            <a:r>
              <a:rPr lang="en-US" sz="2400" dirty="0" smtClean="0">
                <a:solidFill>
                  <a:schemeClr val="accent5">
                    <a:lumMod val="25000"/>
                  </a:schemeClr>
                </a:solidFill>
              </a:rPr>
              <a:t>D</a:t>
            </a:r>
            <a:r>
              <a:rPr lang="vi-VN" sz="2400" dirty="0" smtClean="0">
                <a:solidFill>
                  <a:schemeClr val="accent5">
                    <a:lumMod val="25000"/>
                  </a:schemeClr>
                </a:solidFill>
              </a:rPr>
              <a:t>in anul 1969, a ființat ca și Casa de Cultură a municipiului Tecuci. </a:t>
            </a:r>
          </a:p>
          <a:p>
            <a:pPr>
              <a:defRPr/>
            </a:pPr>
            <a:endParaRPr lang="ro-RO" sz="2400" dirty="0" smtClean="0"/>
          </a:p>
        </p:txBody>
      </p:sp>
      <p:sp>
        <p:nvSpPr>
          <p:cNvPr id="14340" name="AutoShape 9" descr="Imagini pentru casa de cultura tecuci"/>
          <p:cNvSpPr>
            <a:spLocks noChangeAspect="1" noChangeArrowheads="1"/>
          </p:cNvSpPr>
          <p:nvPr/>
        </p:nvSpPr>
        <p:spPr bwMode="auto">
          <a:xfrm>
            <a:off x="168275" y="-1881188"/>
            <a:ext cx="5905500" cy="3924301"/>
          </a:xfrm>
          <a:prstGeom prst="rect">
            <a:avLst/>
          </a:prstGeom>
          <a:noFill/>
          <a:ln w="9525">
            <a:noFill/>
            <a:miter lim="800000"/>
            <a:headEnd/>
            <a:tailEnd/>
          </a:ln>
        </p:spPr>
        <p:txBody>
          <a:bodyPr/>
          <a:lstStyle/>
          <a:p>
            <a:endParaRPr lang="ro-RO"/>
          </a:p>
        </p:txBody>
      </p:sp>
      <p:sp>
        <p:nvSpPr>
          <p:cNvPr id="14341" name="AutoShape 11" descr="Imagini pentru casa de cultura tecuci"/>
          <p:cNvSpPr>
            <a:spLocks noChangeAspect="1" noChangeArrowheads="1"/>
          </p:cNvSpPr>
          <p:nvPr/>
        </p:nvSpPr>
        <p:spPr bwMode="auto">
          <a:xfrm>
            <a:off x="168275" y="-1881188"/>
            <a:ext cx="5905500" cy="3924301"/>
          </a:xfrm>
          <a:prstGeom prst="rect">
            <a:avLst/>
          </a:prstGeom>
          <a:noFill/>
          <a:ln w="9525">
            <a:noFill/>
            <a:miter lim="800000"/>
            <a:headEnd/>
            <a:tailEnd/>
          </a:ln>
        </p:spPr>
        <p:txBody>
          <a:bodyPr/>
          <a:lstStyle/>
          <a:p>
            <a:endParaRPr lang="ro-RO"/>
          </a:p>
        </p:txBody>
      </p:sp>
      <p:pic>
        <p:nvPicPr>
          <p:cNvPr id="15366" name="Picture 13" descr="C:\Users\WIN 7\Desktop\Orasul meu de suflet - 2016 concurs\Casa de Cultura.jpg"/>
          <p:cNvPicPr>
            <a:picLocks noChangeAspect="1" noChangeArrowheads="1"/>
          </p:cNvPicPr>
          <p:nvPr/>
        </p:nvPicPr>
        <p:blipFill>
          <a:blip r:embed="rId2" cstate="print"/>
          <a:srcRect/>
          <a:stretch>
            <a:fillRect/>
          </a:stretch>
        </p:blipFill>
        <p:spPr bwMode="auto">
          <a:xfrm>
            <a:off x="2438400" y="3429000"/>
            <a:ext cx="4600575" cy="2695575"/>
          </a:xfrm>
          <a:prstGeom prst="ellipse">
            <a:avLst/>
          </a:prstGeom>
          <a:ln>
            <a:noFill/>
          </a:ln>
          <a:effectLst>
            <a:softEdge rad="112500"/>
          </a:effectLst>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grpId="0" nodeType="withEffect">
                                  <p:stCondLst>
                                    <p:cond delay="0"/>
                                  </p:stCondLst>
                                  <p:childTnLst>
                                    <p:set>
                                      <p:cBhvr>
                                        <p:cTn id="6" dur="1" fill="hold">
                                          <p:stCondLst>
                                            <p:cond delay="0"/>
                                          </p:stCondLst>
                                        </p:cTn>
                                        <p:tgtEl>
                                          <p:spTgt spid="15362"/>
                                        </p:tgtEl>
                                        <p:attrNameLst>
                                          <p:attrName>style.visibility</p:attrName>
                                        </p:attrNameLst>
                                      </p:cBhvr>
                                      <p:to>
                                        <p:strVal val="visible"/>
                                      </p:to>
                                    </p:set>
                                    <p:animEffect transition="in" filter="box(in)">
                                      <p:cBhvr>
                                        <p:cTn id="7" dur="2000"/>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gradFill rotWithShape="0">
          <a:gsLst>
            <a:gs pos="0">
              <a:srgbClr val="47765E"/>
            </a:gs>
            <a:gs pos="50000">
              <a:srgbClr val="99FFCC"/>
            </a:gs>
            <a:gs pos="100000">
              <a:srgbClr val="47765E"/>
            </a:gs>
          </a:gsLst>
          <a:lin ang="18900000" scaled="1"/>
        </a:gradFill>
        <a:effectLst/>
      </p:bgPr>
    </p:bg>
    <p:spTree>
      <p:nvGrpSpPr>
        <p:cNvPr id="1" name=""/>
        <p:cNvGrpSpPr/>
        <p:nvPr/>
      </p:nvGrpSpPr>
      <p:grpSpPr>
        <a:xfrm>
          <a:off x="0" y="0"/>
          <a:ext cx="0" cy="0"/>
          <a:chOff x="0" y="0"/>
          <a:chExt cx="0" cy="0"/>
        </a:xfrm>
      </p:grpSpPr>
      <p:sp>
        <p:nvSpPr>
          <p:cNvPr id="9245" name="WordArt 29"/>
          <p:cNvSpPr>
            <a:spLocks noChangeArrowheads="1" noChangeShapeType="1" noTextEdit="1"/>
          </p:cNvSpPr>
          <p:nvPr/>
        </p:nvSpPr>
        <p:spPr bwMode="auto">
          <a:xfrm rot="5400000">
            <a:off x="-2024856" y="3244056"/>
            <a:ext cx="5545138" cy="428625"/>
          </a:xfrm>
          <a:prstGeom prst="rect">
            <a:avLst/>
          </a:prstGeom>
        </p:spPr>
        <p:txBody>
          <a:bodyPr vert="wordArtVert" wrap="none" fromWordArt="1">
            <a:prstTxWarp prst="textWave4">
              <a:avLst>
                <a:gd name="adj1" fmla="val 13005"/>
                <a:gd name="adj2" fmla="val 0"/>
              </a:avLst>
            </a:prstTxWarp>
          </a:bodyPr>
          <a:lstStyle/>
          <a:p>
            <a:pPr algn="ctr" fontAlgn="auto"/>
            <a:r>
              <a:rPr lang="en-US" kern="10">
                <a:ln w="9525">
                  <a:noFill/>
                  <a:round/>
                  <a:headEnd/>
                  <a:tailEnd/>
                </a:ln>
                <a:gradFill rotWithShape="1">
                  <a:gsLst>
                    <a:gs pos="0">
                      <a:srgbClr val="00FF00"/>
                    </a:gs>
                    <a:gs pos="100000">
                      <a:srgbClr val="00CCFF"/>
                    </a:gs>
                  </a:gsLst>
                  <a:lin ang="0" scaled="1"/>
                </a:gradFill>
                <a:effectLst>
                  <a:outerShdw dist="99190" dir="7788334" algn="ctr" rotWithShape="0">
                    <a:srgbClr val="000080">
                      <a:alpha val="79999"/>
                    </a:srgbClr>
                  </a:outerShdw>
                </a:effectLst>
                <a:latin typeface="Arial Black"/>
              </a:rPr>
              <a:t>ORASUL MEU DE SUFLET</a:t>
            </a:r>
          </a:p>
        </p:txBody>
      </p:sp>
      <p:pic>
        <p:nvPicPr>
          <p:cNvPr id="16388" name="Picture 15" descr="C:\Users\WIN 7\Desktop\9fGsmlXy_casa-de-cultura-a-municipiului-tecuci_3.jpg"/>
          <p:cNvPicPr>
            <a:picLocks noChangeAspect="1" noChangeArrowheads="1"/>
          </p:cNvPicPr>
          <p:nvPr/>
        </p:nvPicPr>
        <p:blipFill>
          <a:blip r:embed="rId2" cstate="print"/>
          <a:srcRect/>
          <a:stretch>
            <a:fillRect/>
          </a:stretch>
        </p:blipFill>
        <p:spPr bwMode="auto">
          <a:xfrm>
            <a:off x="2133600" y="381000"/>
            <a:ext cx="4953000" cy="3352800"/>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6389" name="Picture 17" descr="Imagini pentru casa de cultura tecuci"/>
          <p:cNvPicPr>
            <a:picLocks noChangeAspect="1" noChangeArrowheads="1"/>
          </p:cNvPicPr>
          <p:nvPr/>
        </p:nvPicPr>
        <p:blipFill>
          <a:blip r:embed="rId3" cstate="print"/>
          <a:srcRect/>
          <a:stretch>
            <a:fillRect/>
          </a:stretch>
        </p:blipFill>
        <p:spPr bwMode="auto">
          <a:xfrm>
            <a:off x="1295400" y="4267200"/>
            <a:ext cx="2438400" cy="1438275"/>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16390" name="Picture 19" descr="Imagini pentru casa de cultura tecuci"/>
          <p:cNvPicPr>
            <a:picLocks noChangeAspect="1" noChangeArrowheads="1"/>
          </p:cNvPicPr>
          <p:nvPr/>
        </p:nvPicPr>
        <p:blipFill>
          <a:blip r:embed="rId4" cstate="print"/>
          <a:srcRect/>
          <a:stretch>
            <a:fillRect/>
          </a:stretch>
        </p:blipFill>
        <p:spPr bwMode="auto">
          <a:xfrm>
            <a:off x="4800600" y="3657600"/>
            <a:ext cx="3419475" cy="243840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7" presetClass="entr" presetSubtype="4" fill="hold" grpId="0" nodeType="afterEffect">
                                  <p:stCondLst>
                                    <p:cond delay="0"/>
                                  </p:stCondLst>
                                  <p:childTnLst>
                                    <p:set>
                                      <p:cBhvr>
                                        <p:cTn id="6" dur="1" fill="hold">
                                          <p:stCondLst>
                                            <p:cond delay="0"/>
                                          </p:stCondLst>
                                        </p:cTn>
                                        <p:tgtEl>
                                          <p:spTgt spid="9245"/>
                                        </p:tgtEl>
                                        <p:attrNameLst>
                                          <p:attrName>style.visibility</p:attrName>
                                        </p:attrNameLst>
                                      </p:cBhvr>
                                      <p:to>
                                        <p:strVal val="visible"/>
                                      </p:to>
                                    </p:set>
                                    <p:anim calcmode="lin" valueType="num">
                                      <p:cBhvr additive="base">
                                        <p:cTn id="7" dur="5000" fill="hold"/>
                                        <p:tgtEl>
                                          <p:spTgt spid="9245"/>
                                        </p:tgtEl>
                                        <p:attrNameLst>
                                          <p:attrName>ppt_x</p:attrName>
                                        </p:attrNameLst>
                                      </p:cBhvr>
                                      <p:tavLst>
                                        <p:tav tm="0">
                                          <p:val>
                                            <p:strVal val="#ppt_x"/>
                                          </p:val>
                                        </p:tav>
                                        <p:tav tm="100000">
                                          <p:val>
                                            <p:strVal val="#ppt_x"/>
                                          </p:val>
                                        </p:tav>
                                      </p:tavLst>
                                    </p:anim>
                                    <p:anim calcmode="lin" valueType="num">
                                      <p:cBhvr additive="base">
                                        <p:cTn id="8" dur="5000" fill="hold"/>
                                        <p:tgtEl>
                                          <p:spTgt spid="924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4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BD6FF"/>
        </a:solidFill>
        <a:effectLst/>
      </p:bgPr>
    </p:bg>
    <p:spTree>
      <p:nvGrpSpPr>
        <p:cNvPr id="1" name=""/>
        <p:cNvGrpSpPr/>
        <p:nvPr/>
      </p:nvGrpSpPr>
      <p:grpSpPr>
        <a:xfrm>
          <a:off x="0" y="0"/>
          <a:ext cx="0" cy="0"/>
          <a:chOff x="0" y="0"/>
          <a:chExt cx="0" cy="0"/>
        </a:xfrm>
      </p:grpSpPr>
      <p:pic>
        <p:nvPicPr>
          <p:cNvPr id="16386" name="Picture 8" descr="http://www.cnchogastecuci.ro/imagini/viziune.jpg"/>
          <p:cNvPicPr>
            <a:picLocks noChangeAspect="1" noChangeArrowheads="1"/>
          </p:cNvPicPr>
          <p:nvPr/>
        </p:nvPicPr>
        <p:blipFill>
          <a:blip r:embed="rId2"/>
          <a:srcRect/>
          <a:stretch>
            <a:fillRect/>
          </a:stretch>
        </p:blipFill>
        <p:spPr bwMode="auto">
          <a:xfrm>
            <a:off x="685800" y="838200"/>
            <a:ext cx="7391400" cy="2038350"/>
          </a:xfrm>
          <a:prstGeom prst="rect">
            <a:avLst/>
          </a:prstGeom>
          <a:noFill/>
          <a:ln w="9525">
            <a:noFill/>
            <a:miter lim="800000"/>
            <a:headEnd/>
            <a:tailEnd/>
          </a:ln>
        </p:spPr>
      </p:pic>
      <p:pic>
        <p:nvPicPr>
          <p:cNvPr id="17411" name="Picture 10" descr="http://www.cnchogastecuci.ro/imagini/q.png"/>
          <p:cNvPicPr>
            <a:picLocks noChangeAspect="1" noChangeArrowheads="1"/>
          </p:cNvPicPr>
          <p:nvPr/>
        </p:nvPicPr>
        <p:blipFill>
          <a:blip r:embed="rId3"/>
          <a:srcRect/>
          <a:stretch>
            <a:fillRect/>
          </a:stretch>
        </p:blipFill>
        <p:spPr bwMode="auto">
          <a:xfrm>
            <a:off x="6934200" y="5410200"/>
            <a:ext cx="1657350" cy="914400"/>
          </a:xfrm>
          <a:prstGeom prst="rect">
            <a:avLst/>
          </a:prstGeom>
          <a:ln>
            <a:noFill/>
          </a:ln>
          <a:effectLst>
            <a:outerShdw blurRad="292100" dist="139700" dir="2700000" algn="tl" rotWithShape="0">
              <a:srgbClr val="333333">
                <a:alpha val="65000"/>
              </a:srgbClr>
            </a:outerShdw>
          </a:effectLst>
        </p:spPr>
      </p:pic>
      <p:pic>
        <p:nvPicPr>
          <p:cNvPr id="17412" name="Picture 11"/>
          <p:cNvPicPr>
            <a:picLocks noChangeAspect="1" noChangeArrowheads="1"/>
          </p:cNvPicPr>
          <p:nvPr/>
        </p:nvPicPr>
        <p:blipFill>
          <a:blip r:embed="rId4" cstate="print"/>
          <a:srcRect/>
          <a:stretch>
            <a:fillRect/>
          </a:stretch>
        </p:blipFill>
        <p:spPr bwMode="auto">
          <a:xfrm>
            <a:off x="762000" y="3733800"/>
            <a:ext cx="1752600" cy="2285999"/>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pic>
        <p:nvPicPr>
          <p:cNvPr id="17413" name="Picture 14" descr="http://www.cnchogastecuci.ro/imagini/1.png"/>
          <p:cNvPicPr>
            <a:picLocks noChangeAspect="1" noChangeArrowheads="1"/>
          </p:cNvPicPr>
          <p:nvPr/>
        </p:nvPicPr>
        <p:blipFill>
          <a:blip r:embed="rId5" cstate="print"/>
          <a:srcRect/>
          <a:stretch>
            <a:fillRect/>
          </a:stretch>
        </p:blipFill>
        <p:spPr bwMode="auto">
          <a:xfrm>
            <a:off x="7010400" y="228600"/>
            <a:ext cx="1809750" cy="1676400"/>
          </a:xfrm>
          <a:prstGeom prst="ellipse">
            <a:avLst/>
          </a:prstGeom>
          <a:ln>
            <a:noFill/>
          </a:ln>
          <a:effectLst>
            <a:softEdge rad="112500"/>
          </a:effectLst>
        </p:spPr>
      </p:pic>
      <p:pic>
        <p:nvPicPr>
          <p:cNvPr id="17414" name="Picture 15"/>
          <p:cNvPicPr>
            <a:picLocks noChangeAspect="1" noChangeArrowheads="1"/>
          </p:cNvPicPr>
          <p:nvPr/>
        </p:nvPicPr>
        <p:blipFill>
          <a:blip r:embed="rId6"/>
          <a:srcRect/>
          <a:stretch>
            <a:fillRect/>
          </a:stretch>
        </p:blipFill>
        <p:spPr bwMode="auto">
          <a:xfrm>
            <a:off x="2895600" y="3124200"/>
            <a:ext cx="3962400" cy="2362200"/>
          </a:xfrm>
          <a:prstGeom prst="rect">
            <a:avLst/>
          </a:prstGeom>
          <a:ln>
            <a:noFill/>
          </a:ln>
          <a:effectLst>
            <a:outerShdw blurRad="190500" algn="tl" rotWithShape="0">
              <a:srgbClr val="000000">
                <a:alpha val="70000"/>
              </a:srgbClr>
            </a:outerShdw>
          </a:effectLst>
        </p:spPr>
      </p:pic>
      <p:sp>
        <p:nvSpPr>
          <p:cNvPr id="17415" name="Dreptunghi 12"/>
          <p:cNvSpPr>
            <a:spLocks noChangeArrowheads="1"/>
          </p:cNvSpPr>
          <p:nvPr/>
        </p:nvSpPr>
        <p:spPr bwMode="auto">
          <a:xfrm>
            <a:off x="1905000" y="381000"/>
            <a:ext cx="4752975" cy="461963"/>
          </a:xfrm>
          <a:prstGeom prst="rect">
            <a:avLst/>
          </a:prstGeom>
          <a:noFill/>
          <a:ln w="9525">
            <a:noFill/>
            <a:miter lim="800000"/>
            <a:headEnd/>
            <a:tailEnd/>
          </a:ln>
        </p:spPr>
        <p:txBody>
          <a:bodyPr wrap="none">
            <a:spAutoFit/>
          </a:bodyPr>
          <a:lstStyle/>
          <a:p>
            <a:pPr>
              <a:defRPr/>
            </a:pPr>
            <a:r>
              <a:rPr lang="ro-RO" b="1" dirty="0">
                <a:solidFill>
                  <a:schemeClr val="accent6">
                    <a:lumMod val="50000"/>
                  </a:schemeClr>
                </a:solidFill>
              </a:rPr>
              <a:t>PRESTIGIU ŞI PERFORMANŢA</a:t>
            </a:r>
          </a:p>
        </p:txBody>
      </p:sp>
    </p:spTree>
  </p:cSld>
  <p:clrMapOvr>
    <a:masterClrMapping/>
  </p:clrMapOvr>
  <p:transition spd="slow">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nodeType="withEffect">
                                  <p:stCondLst>
                                    <p:cond delay="0"/>
                                  </p:stCondLst>
                                  <p:childTnLst>
                                    <p:set>
                                      <p:cBhvr>
                                        <p:cTn id="6" dur="1" fill="hold">
                                          <p:stCondLst>
                                            <p:cond delay="0"/>
                                          </p:stCondLst>
                                        </p:cTn>
                                        <p:tgtEl>
                                          <p:spTgt spid="17413"/>
                                        </p:tgtEl>
                                        <p:attrNameLst>
                                          <p:attrName>style.visibility</p:attrName>
                                        </p:attrNameLst>
                                      </p:cBhvr>
                                      <p:to>
                                        <p:strVal val="visible"/>
                                      </p:to>
                                    </p:set>
                                    <p:animEffect transition="in" filter="blinds(horizontal)">
                                      <p:cBhvr>
                                        <p:cTn id="7" dur="2000"/>
                                        <p:tgtEl>
                                          <p:spTgt spid="174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rgbClr val="CCCCFF"/>
            </a:gs>
            <a:gs pos="17999">
              <a:srgbClr val="99CCFF"/>
            </a:gs>
            <a:gs pos="36000">
              <a:srgbClr val="9966FF"/>
            </a:gs>
            <a:gs pos="61000">
              <a:srgbClr val="CC99FF"/>
            </a:gs>
            <a:gs pos="82001">
              <a:srgbClr val="99CCFF"/>
            </a:gs>
            <a:gs pos="100000">
              <a:srgbClr val="CCCCFF"/>
            </a:gs>
          </a:gsLst>
          <a:lin ang="5400000" scaled="0"/>
        </a:gradFill>
        <a:effectLst/>
      </p:bgPr>
    </p:bg>
    <p:spTree>
      <p:nvGrpSpPr>
        <p:cNvPr id="1" name=""/>
        <p:cNvGrpSpPr/>
        <p:nvPr/>
      </p:nvGrpSpPr>
      <p:grpSpPr>
        <a:xfrm>
          <a:off x="0" y="0"/>
          <a:ext cx="0" cy="0"/>
          <a:chOff x="0" y="0"/>
          <a:chExt cx="0" cy="0"/>
        </a:xfrm>
      </p:grpSpPr>
      <p:pic>
        <p:nvPicPr>
          <p:cNvPr id="31746" name="Picture 2" descr="https://radiotecuci.com/wp-content/uploads/2020/07/primaria-tecuci.jpg"/>
          <p:cNvPicPr>
            <a:picLocks noChangeAspect="1" noChangeArrowheads="1"/>
          </p:cNvPicPr>
          <p:nvPr/>
        </p:nvPicPr>
        <p:blipFill>
          <a:blip r:embed="rId2"/>
          <a:srcRect/>
          <a:stretch>
            <a:fillRect/>
          </a:stretch>
        </p:blipFill>
        <p:spPr bwMode="auto">
          <a:xfrm>
            <a:off x="990600" y="685800"/>
            <a:ext cx="2819400" cy="1914526"/>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31750" name="Picture 6" descr="bustul-lui-spiru-haret-din-tecuci-judetul-galati.jpg"/>
          <p:cNvPicPr>
            <a:picLocks noChangeAspect="1" noChangeArrowheads="1"/>
          </p:cNvPicPr>
          <p:nvPr/>
        </p:nvPicPr>
        <p:blipFill>
          <a:blip r:embed="rId3"/>
          <a:srcRect/>
          <a:stretch>
            <a:fillRect/>
          </a:stretch>
        </p:blipFill>
        <p:spPr bwMode="auto">
          <a:xfrm>
            <a:off x="5105400" y="609600"/>
            <a:ext cx="3076575" cy="236220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pic>
        <p:nvPicPr>
          <p:cNvPr id="31752" name="Picture 8" descr="vedere-cu-fosta-prefectura-a-judetului-tecuci-azi-clubul-copiilor-judetul-galati.jpg"/>
          <p:cNvPicPr>
            <a:picLocks noChangeAspect="1" noChangeArrowheads="1"/>
          </p:cNvPicPr>
          <p:nvPr/>
        </p:nvPicPr>
        <p:blipFill>
          <a:blip r:embed="rId4"/>
          <a:srcRect/>
          <a:stretch>
            <a:fillRect/>
          </a:stretch>
        </p:blipFill>
        <p:spPr bwMode="auto">
          <a:xfrm>
            <a:off x="914400" y="3276600"/>
            <a:ext cx="2667000" cy="2667000"/>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pic>
        <p:nvPicPr>
          <p:cNvPr id="31756" name="Picture 12" descr="https://tse4.mm.bing.net/th?id=OIP.DVMaEFEpBrclRgoNs1lmJAAAAA&amp;pid=Api&amp;P=0&amp;w=320&amp;h=190"/>
          <p:cNvPicPr>
            <a:picLocks noChangeAspect="1" noChangeArrowheads="1"/>
          </p:cNvPicPr>
          <p:nvPr/>
        </p:nvPicPr>
        <p:blipFill>
          <a:blip r:embed="rId5"/>
          <a:srcRect/>
          <a:stretch>
            <a:fillRect/>
          </a:stretch>
        </p:blipFill>
        <p:spPr bwMode="auto">
          <a:xfrm>
            <a:off x="3124200" y="2590800"/>
            <a:ext cx="3048000" cy="1809751"/>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pic>
        <p:nvPicPr>
          <p:cNvPr id="31754" name="Picture 10" descr="imagine-cu-banca-sindicatului-agricol-azi-posta-din-tecuci-judetul-galati.jpg"/>
          <p:cNvPicPr>
            <a:picLocks noChangeAspect="1" noChangeArrowheads="1"/>
          </p:cNvPicPr>
          <p:nvPr/>
        </p:nvPicPr>
        <p:blipFill>
          <a:blip r:embed="rId6"/>
          <a:srcRect/>
          <a:stretch>
            <a:fillRect/>
          </a:stretch>
        </p:blipFill>
        <p:spPr bwMode="auto">
          <a:xfrm>
            <a:off x="5715000" y="3276600"/>
            <a:ext cx="2667000" cy="2719388"/>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Tree>
  </p:cSld>
  <p:clrMapOvr>
    <a:masterClrMapping/>
  </p:clrMapOvr>
  <p:transition spd="slow" advTm="6000">
    <p:random/>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withEffect">
                                  <p:stCondLst>
                                    <p:cond delay="0"/>
                                  </p:stCondLst>
                                  <p:childTnLst>
                                    <p:set>
                                      <p:cBhvr>
                                        <p:cTn id="6" dur="1" fill="hold">
                                          <p:stCondLst>
                                            <p:cond delay="0"/>
                                          </p:stCondLst>
                                        </p:cTn>
                                        <p:tgtEl>
                                          <p:spTgt spid="31756"/>
                                        </p:tgtEl>
                                        <p:attrNameLst>
                                          <p:attrName>style.visibility</p:attrName>
                                        </p:attrNameLst>
                                      </p:cBhvr>
                                      <p:to>
                                        <p:strVal val="visible"/>
                                      </p:to>
                                    </p:set>
                                    <p:animEffect transition="in" filter="dissolve">
                                      <p:cBhvr>
                                        <p:cTn id="7" dur="1000"/>
                                        <p:tgtEl>
                                          <p:spTgt spid="317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elling a Product or">
  <a:themeElements>
    <a:clrScheme name="Selling a Product or 1">
      <a:dk1>
        <a:srgbClr val="808080"/>
      </a:dk1>
      <a:lt1>
        <a:srgbClr val="F8F8F8"/>
      </a:lt1>
      <a:dk2>
        <a:srgbClr val="000000"/>
      </a:dk2>
      <a:lt2>
        <a:srgbClr val="FFFFFF"/>
      </a:lt2>
      <a:accent1>
        <a:srgbClr val="6699FF"/>
      </a:accent1>
      <a:accent2>
        <a:srgbClr val="9933FF"/>
      </a:accent2>
      <a:accent3>
        <a:srgbClr val="AAAAAA"/>
      </a:accent3>
      <a:accent4>
        <a:srgbClr val="D4D4D4"/>
      </a:accent4>
      <a:accent5>
        <a:srgbClr val="B8CAFF"/>
      </a:accent5>
      <a:accent6>
        <a:srgbClr val="8A2DE7"/>
      </a:accent6>
      <a:hlink>
        <a:srgbClr val="00FFFF"/>
      </a:hlink>
      <a:folHlink>
        <a:srgbClr val="0099CC"/>
      </a:folHlink>
    </a:clrScheme>
    <a:fontScheme name="Selling a Product or">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Selling a Product or 1">
        <a:dk1>
          <a:srgbClr val="808080"/>
        </a:dk1>
        <a:lt1>
          <a:srgbClr val="F8F8F8"/>
        </a:lt1>
        <a:dk2>
          <a:srgbClr val="000000"/>
        </a:dk2>
        <a:lt2>
          <a:srgbClr val="FFFFFF"/>
        </a:lt2>
        <a:accent1>
          <a:srgbClr val="6699FF"/>
        </a:accent1>
        <a:accent2>
          <a:srgbClr val="9933FF"/>
        </a:accent2>
        <a:accent3>
          <a:srgbClr val="AAAAAA"/>
        </a:accent3>
        <a:accent4>
          <a:srgbClr val="D4D4D4"/>
        </a:accent4>
        <a:accent5>
          <a:srgbClr val="B8CAFF"/>
        </a:accent5>
        <a:accent6>
          <a:srgbClr val="8A2DE7"/>
        </a:accent6>
        <a:hlink>
          <a:srgbClr val="00FFFF"/>
        </a:hlink>
        <a:folHlink>
          <a:srgbClr val="0099CC"/>
        </a:folHlink>
      </a:clrScheme>
      <a:clrMap bg1="dk2" tx1="lt1" bg2="dk1" tx2="lt2" accent1="accent1" accent2="accent2" accent3="accent3" accent4="accent4" accent5="accent5" accent6="accent6" hlink="hlink" folHlink="folHlink"/>
    </a:extraClrScheme>
    <a:extraClrScheme>
      <a:clrScheme name="Selling a Product or 2">
        <a:dk1>
          <a:srgbClr val="000066"/>
        </a:dk1>
        <a:lt1>
          <a:srgbClr val="FFFFFF"/>
        </a:lt1>
        <a:dk2>
          <a:srgbClr val="3333FF"/>
        </a:dk2>
        <a:lt2>
          <a:srgbClr val="3399FF"/>
        </a:lt2>
        <a:accent1>
          <a:srgbClr val="66CCFF"/>
        </a:accent1>
        <a:accent2>
          <a:srgbClr val="FF66FF"/>
        </a:accent2>
        <a:accent3>
          <a:srgbClr val="FFFFFF"/>
        </a:accent3>
        <a:accent4>
          <a:srgbClr val="000056"/>
        </a:accent4>
        <a:accent5>
          <a:srgbClr val="B8E2FF"/>
        </a:accent5>
        <a:accent6>
          <a:srgbClr val="E75CE7"/>
        </a:accent6>
        <a:hlink>
          <a:srgbClr val="CC00CC"/>
        </a:hlink>
        <a:folHlink>
          <a:srgbClr val="CC99FF"/>
        </a:folHlink>
      </a:clrScheme>
      <a:clrMap bg1="lt1" tx1="dk1" bg2="lt2" tx2="dk2" accent1="accent1" accent2="accent2" accent3="accent3" accent4="accent4" accent5="accent5" accent6="accent6" hlink="hlink" folHlink="folHlink"/>
    </a:extraClrScheme>
    <a:extraClrScheme>
      <a:clrScheme name="Selling a Product or 3">
        <a:dk1>
          <a:srgbClr val="000000"/>
        </a:dk1>
        <a:lt1>
          <a:srgbClr val="FFFFFF"/>
        </a:lt1>
        <a:dk2>
          <a:srgbClr val="000000"/>
        </a:dk2>
        <a:lt2>
          <a:srgbClr val="808080"/>
        </a:lt2>
        <a:accent1>
          <a:srgbClr val="969696"/>
        </a:accent1>
        <a:accent2>
          <a:srgbClr val="DDDDDD"/>
        </a:accent2>
        <a:accent3>
          <a:srgbClr val="FFFFFF"/>
        </a:accent3>
        <a:accent4>
          <a:srgbClr val="000000"/>
        </a:accent4>
        <a:accent5>
          <a:srgbClr val="C9C9C9"/>
        </a:accent5>
        <a:accent6>
          <a:srgbClr val="C8C8C8"/>
        </a:accent6>
        <a:hlink>
          <a:srgbClr val="333333"/>
        </a:hlink>
        <a:folHlink>
          <a:srgbClr val="B2B2B2"/>
        </a:folHlink>
      </a:clrScheme>
      <a:clrMap bg1="lt1" tx1="dk1" bg2="lt2" tx2="dk2" accent1="accent1" accent2="accent2" accent3="accent3" accent4="accent4" accent5="accent5" accent6="accent6" hlink="hlink" folHlink="folHlink"/>
    </a:extraClrScheme>
    <a:extraClrScheme>
      <a:clrScheme name="Selling a Product or 4">
        <a:dk1>
          <a:srgbClr val="808080"/>
        </a:dk1>
        <a:lt1>
          <a:srgbClr val="F8F8F8"/>
        </a:lt1>
        <a:dk2>
          <a:srgbClr val="000000"/>
        </a:dk2>
        <a:lt2>
          <a:srgbClr val="FFFFFF"/>
        </a:lt2>
        <a:accent1>
          <a:srgbClr val="CC9900"/>
        </a:accent1>
        <a:accent2>
          <a:srgbClr val="996600"/>
        </a:accent2>
        <a:accent3>
          <a:srgbClr val="AAAAAA"/>
        </a:accent3>
        <a:accent4>
          <a:srgbClr val="D4D4D4"/>
        </a:accent4>
        <a:accent5>
          <a:srgbClr val="E2CAAA"/>
        </a:accent5>
        <a:accent6>
          <a:srgbClr val="8A5C00"/>
        </a:accent6>
        <a:hlink>
          <a:srgbClr val="CCCC00"/>
        </a:hlink>
        <a:folHlink>
          <a:srgbClr val="80800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Selling a Product or Service</Template>
  <TotalTime>1007</TotalTime>
  <Words>357</Words>
  <Application>Microsoft PowerPoint</Application>
  <PresentationFormat>Expunere pe ecran (4:3)</PresentationFormat>
  <Paragraphs>29</Paragraphs>
  <Slides>16</Slides>
  <Notes>0</Notes>
  <HiddenSlides>0</HiddenSlides>
  <MMClips>0</MMClips>
  <ScaleCrop>false</ScaleCrop>
  <HeadingPairs>
    <vt:vector size="4" baseType="variant">
      <vt:variant>
        <vt:lpstr>Temă</vt:lpstr>
      </vt:variant>
      <vt:variant>
        <vt:i4>1</vt:i4>
      </vt:variant>
      <vt:variant>
        <vt:lpstr>Titluri diapozitive</vt:lpstr>
      </vt:variant>
      <vt:variant>
        <vt:i4>16</vt:i4>
      </vt:variant>
    </vt:vector>
  </HeadingPairs>
  <TitlesOfParts>
    <vt:vector size="17" baseType="lpstr">
      <vt:lpstr>Selling a Product or</vt:lpstr>
      <vt:lpstr>Diapozitivul 1</vt:lpstr>
      <vt:lpstr>Diapozitivul 2</vt:lpstr>
      <vt:lpstr>Diapozitivul 3</vt:lpstr>
      <vt:lpstr>Diapozitivul 4</vt:lpstr>
      <vt:lpstr>"Certificatul" de naştere al localităţii este o scrisoare prin care, Ilias voevod îl anunţa pe Vladislav, regele Poloniei, că s-a împăcat cu fratele său:"... Şi i-am dat iubitului nostru frate, Ştefan voevod, din ocina noastră (...) ţinutul de la Tutova şi târgul Bârladului, cu tot ocolul şi morile Covurluiului şi oraşul Tecuci, cu tot ocolul şi oltenii... Suceava, 1 septembrie 1435." </vt:lpstr>
      <vt:lpstr>ORASUL MEU DE SUFLET</vt:lpstr>
      <vt:lpstr>O oază de culoare şi linişte, un colț de rai</vt:lpstr>
      <vt:lpstr>Diapozitivul 8</vt:lpstr>
      <vt:lpstr>Podoaba bisericilor din oraş - Catedrala       Renovată, restaurată, împodobită şi înfrumuseţată pentru resfinţire, Catedrala din Tecuci cu hramul "Sfântul Gheorghe" primeşte  veşmântul cel nou al harului. Ocrotitorul catedralei a fost ales drept patron spiritual al municipiului Tecuci în anul 1995, fiind confirmat, după ani de umbră comunistă, rolul central al catedralei în toate activităţile spiritual-culturale ale oraşului. </vt:lpstr>
      <vt:lpstr>Diapozitivul 10</vt:lpstr>
      <vt:lpstr>Diapozitivul 11</vt:lpstr>
      <vt:lpstr>Diapozitivul 12</vt:lpstr>
      <vt:lpstr>Tradiţie-educaţie-cultură </vt:lpstr>
      <vt:lpstr>Diapozitivul 14</vt:lpstr>
      <vt:lpstr>Diapozitivul 15</vt:lpstr>
      <vt:lpstr>Diapozitivul 16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dc:title>
  <dc:creator>SD</dc:creator>
  <cp:lastModifiedBy>II</cp:lastModifiedBy>
  <cp:revision>158</cp:revision>
  <cp:lastPrinted>1601-01-01T00:00:00Z</cp:lastPrinted>
  <dcterms:created xsi:type="dcterms:W3CDTF">1601-01-01T00:00:00Z</dcterms:created>
  <dcterms:modified xsi:type="dcterms:W3CDTF">2026-04-20T08:01:24Z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